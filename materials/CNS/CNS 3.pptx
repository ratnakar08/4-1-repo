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9"/>
  </p:notesMasterIdLst>
  <p:handoutMasterIdLst>
    <p:handoutMasterId r:id="rId80"/>
  </p:handoutMasterIdLst>
  <p:sldIdLst>
    <p:sldId id="388" r:id="rId2"/>
    <p:sldId id="378" r:id="rId3"/>
    <p:sldId id="379" r:id="rId4"/>
    <p:sldId id="381" r:id="rId5"/>
    <p:sldId id="382" r:id="rId6"/>
    <p:sldId id="383" r:id="rId7"/>
    <p:sldId id="384" r:id="rId8"/>
    <p:sldId id="385" r:id="rId9"/>
    <p:sldId id="386" r:id="rId10"/>
    <p:sldId id="390" r:id="rId11"/>
    <p:sldId id="391" r:id="rId12"/>
    <p:sldId id="398" r:id="rId13"/>
    <p:sldId id="399" r:id="rId14"/>
    <p:sldId id="403" r:id="rId15"/>
    <p:sldId id="404" r:id="rId16"/>
    <p:sldId id="405" r:id="rId17"/>
    <p:sldId id="406" r:id="rId18"/>
    <p:sldId id="407" r:id="rId19"/>
    <p:sldId id="408" r:id="rId20"/>
    <p:sldId id="409" r:id="rId21"/>
    <p:sldId id="410" r:id="rId22"/>
    <p:sldId id="411" r:id="rId23"/>
    <p:sldId id="412" r:id="rId24"/>
    <p:sldId id="413" r:id="rId25"/>
    <p:sldId id="414" r:id="rId26"/>
    <p:sldId id="415" r:id="rId27"/>
    <p:sldId id="416" r:id="rId28"/>
    <p:sldId id="417" r:id="rId29"/>
    <p:sldId id="418" r:id="rId30"/>
    <p:sldId id="419" r:id="rId31"/>
    <p:sldId id="420" r:id="rId32"/>
    <p:sldId id="421" r:id="rId33"/>
    <p:sldId id="422" r:id="rId34"/>
    <p:sldId id="424" r:id="rId35"/>
    <p:sldId id="425" r:id="rId36"/>
    <p:sldId id="426" r:id="rId37"/>
    <p:sldId id="427" r:id="rId38"/>
    <p:sldId id="428" r:id="rId39"/>
    <p:sldId id="429" r:id="rId40"/>
    <p:sldId id="430" r:id="rId41"/>
    <p:sldId id="431" r:id="rId42"/>
    <p:sldId id="432" r:id="rId43"/>
    <p:sldId id="433" r:id="rId44"/>
    <p:sldId id="434" r:id="rId45"/>
    <p:sldId id="435" r:id="rId46"/>
    <p:sldId id="436" r:id="rId47"/>
    <p:sldId id="438" r:id="rId48"/>
    <p:sldId id="439" r:id="rId49"/>
    <p:sldId id="440" r:id="rId50"/>
    <p:sldId id="442" r:id="rId51"/>
    <p:sldId id="443" r:id="rId52"/>
    <p:sldId id="444" r:id="rId53"/>
    <p:sldId id="445" r:id="rId54"/>
    <p:sldId id="446" r:id="rId55"/>
    <p:sldId id="447" r:id="rId56"/>
    <p:sldId id="448" r:id="rId57"/>
    <p:sldId id="449" r:id="rId58"/>
    <p:sldId id="450" r:id="rId59"/>
    <p:sldId id="451" r:id="rId60"/>
    <p:sldId id="452" r:id="rId61"/>
    <p:sldId id="453" r:id="rId62"/>
    <p:sldId id="454" r:id="rId63"/>
    <p:sldId id="455" r:id="rId64"/>
    <p:sldId id="456" r:id="rId65"/>
    <p:sldId id="457" r:id="rId66"/>
    <p:sldId id="459" r:id="rId67"/>
    <p:sldId id="460" r:id="rId68"/>
    <p:sldId id="461" r:id="rId69"/>
    <p:sldId id="462" r:id="rId70"/>
    <p:sldId id="463" r:id="rId71"/>
    <p:sldId id="464" r:id="rId72"/>
    <p:sldId id="465" r:id="rId73"/>
    <p:sldId id="466" r:id="rId74"/>
    <p:sldId id="467" r:id="rId75"/>
    <p:sldId id="468" r:id="rId76"/>
    <p:sldId id="469" r:id="rId77"/>
    <p:sldId id="470" r:id="rId78"/>
  </p:sldIdLst>
  <p:sldSz cx="9144000" cy="6858000" type="screen4x3"/>
  <p:notesSz cx="6858000" cy="9144000"/>
  <p:defaultTextStyle>
    <a:defPPr>
      <a:defRPr lang="en-GB"/>
    </a:defPPr>
    <a:lvl1pPr marL="0" lvl="0" indent="0" algn="l" defTabSz="914400" rtl="0" eaLnBrk="1" fontAlgn="base" latinLnBrk="0" hangingPunct="1">
      <a:lnSpc>
        <a:spcPct val="100000"/>
      </a:lnSpc>
      <a:spcBef>
        <a:spcPct val="0"/>
      </a:spcBef>
      <a:spcAft>
        <a:spcPct val="0"/>
      </a:spcAft>
      <a:buNone/>
      <a:defRPr sz="2400" b="0" i="0" u="none" kern="1200" baseline="30000">
        <a:solidFill>
          <a:schemeClr val="tx1"/>
        </a:solidFill>
        <a:latin typeface="Times New Roman" panose="02020603050405020304" pitchFamily="18" charset="0"/>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30000">
        <a:solidFill>
          <a:schemeClr val="tx1"/>
        </a:solidFill>
        <a:latin typeface="Times New Roman" panose="02020603050405020304" pitchFamily="18"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30000">
        <a:solidFill>
          <a:schemeClr val="tx1"/>
        </a:solidFill>
        <a:latin typeface="Times New Roman" panose="02020603050405020304" pitchFamily="18"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30000">
        <a:solidFill>
          <a:schemeClr val="tx1"/>
        </a:solidFill>
        <a:latin typeface="Times New Roman" panose="02020603050405020304" pitchFamily="18"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30000">
        <a:solidFill>
          <a:schemeClr val="tx1"/>
        </a:solidFill>
        <a:latin typeface="Times New Roman" panose="02020603050405020304" pitchFamily="18" charset="0"/>
        <a:ea typeface="+mn-ea"/>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30000">
        <a:solidFill>
          <a:schemeClr val="tx1"/>
        </a:solidFill>
        <a:latin typeface="Times New Roman" panose="02020603050405020304" pitchFamily="18" charset="0"/>
        <a:ea typeface="+mn-ea"/>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30000">
        <a:solidFill>
          <a:schemeClr val="tx1"/>
        </a:solidFill>
        <a:latin typeface="Times New Roman" panose="02020603050405020304" pitchFamily="18" charset="0"/>
        <a:ea typeface="+mn-ea"/>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30000">
        <a:solidFill>
          <a:schemeClr val="tx1"/>
        </a:solidFill>
        <a:latin typeface="Times New Roman" panose="02020603050405020304" pitchFamily="18" charset="0"/>
        <a:ea typeface="+mn-ea"/>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300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78255"/>
  </p:normalViewPr>
  <p:slideViewPr>
    <p:cSldViewPr showGuides="1">
      <p:cViewPr varScale="1">
        <p:scale>
          <a:sx n="114" d="100"/>
          <a:sy n="114" d="100"/>
        </p:scale>
        <p:origin x="1524" y="108"/>
      </p:cViewPr>
      <p:guideLst>
        <p:guide orient="horz" pos="2160"/>
        <p:guide pos="2880"/>
      </p:guideLst>
    </p:cSldViewPr>
  </p:slideViewPr>
  <p:outlineViewPr>
    <p:cViewPr>
      <p:scale>
        <a:sx n="33" d="100"/>
        <a:sy n="33" d="100"/>
      </p:scale>
      <p:origin x="0" y="11220"/>
    </p:cViewPr>
  </p:outlineViewPr>
  <p:notesTextViewPr>
    <p:cViewPr>
      <p:scale>
        <a:sx n="100" d="100"/>
        <a:sy n="100" d="100"/>
      </p:scale>
      <p:origin x="0" y="0"/>
    </p:cViewPr>
  </p:notesTextViewPr>
  <p:sorterViewPr showFormatting="0">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2.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746" name="Rectangle 1026"/>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30000" noProof="0">
              <a:ln>
                <a:noFill/>
              </a:ln>
              <a:solidFill>
                <a:schemeClr val="tx1"/>
              </a:solidFill>
              <a:effectLst/>
              <a:uLnTx/>
              <a:uFillTx/>
              <a:latin typeface="Times New Roman" panose="02020603050405020304" pitchFamily="18" charset="0"/>
              <a:ea typeface="+mn-ea"/>
              <a:cs typeface="+mn-cs"/>
            </a:endParaRPr>
          </a:p>
        </p:txBody>
      </p:sp>
      <p:sp>
        <p:nvSpPr>
          <p:cNvPr id="31747" name="Rectangle 1027"/>
          <p:cNvSpPr>
            <a:spLocks noGrp="1" noChangeArrowheads="1"/>
          </p:cNvSpPr>
          <p:nvPr>
            <p:ph type="dt" sz="quarter"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30000" noProof="0">
              <a:ln>
                <a:noFill/>
              </a:ln>
              <a:solidFill>
                <a:schemeClr val="tx1"/>
              </a:solidFill>
              <a:effectLst/>
              <a:uLnTx/>
              <a:uFillTx/>
              <a:latin typeface="Times New Roman" panose="02020603050405020304" pitchFamily="18" charset="0"/>
              <a:ea typeface="+mn-ea"/>
              <a:cs typeface="+mn-cs"/>
            </a:endParaRPr>
          </a:p>
        </p:txBody>
      </p:sp>
      <p:sp>
        <p:nvSpPr>
          <p:cNvPr id="31748" name="Rectangle 1028"/>
          <p:cNvSpPr>
            <a:spLocks noGrp="1" noChangeArrowheads="1"/>
          </p:cNvSpPr>
          <p:nvPr>
            <p:ph type="ftr" sz="quarter" idx="2"/>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30000" noProof="0">
              <a:ln>
                <a:noFill/>
              </a:ln>
              <a:solidFill>
                <a:schemeClr val="tx1"/>
              </a:solidFill>
              <a:effectLst/>
              <a:uLnTx/>
              <a:uFillTx/>
              <a:latin typeface="Times New Roman" panose="02020603050405020304" pitchFamily="18" charset="0"/>
              <a:ea typeface="+mn-ea"/>
              <a:cs typeface="+mn-cs"/>
            </a:endParaRPr>
          </a:p>
        </p:txBody>
      </p:sp>
      <p:sp>
        <p:nvSpPr>
          <p:cNvPr id="31749" name="Rectangle 1029"/>
          <p:cNvSpPr>
            <a:spLocks noGrp="1" noChangeArrowheads="1"/>
          </p:cNvSpPr>
          <p:nvPr>
            <p:ph type="sldNum" sz="quarter" idx="3"/>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p>
            <a:pPr lvl="0" algn="r" eaLnBrk="1" hangingPunct="1">
              <a:buNone/>
            </a:pPr>
            <a:fld id="{9A0DB2DC-4C9A-4742-B13C-FB6460FD3503}" type="slidenum">
              <a:rPr lang="en-US" altLang="x-none" sz="1200" dirty="0"/>
              <a:t>‹#›</a:t>
            </a:fld>
            <a:endParaRPr lang="en-US" altLang="x-none" sz="1200"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baseline="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5123"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baseline="0"/>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98308" name="Rectangle 4"/>
          <p:cNvSpPr>
            <a:spLocks noGrp="1" noRot="1" noChangeAspect="1"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5125"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GB" sz="1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rPr>
              <a:t>Click to edit Master text styles</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GB" sz="1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rPr>
              <a:t>Second level</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GB" sz="1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rPr>
              <a:t>Third level</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GB" sz="1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rPr>
              <a:t>Fourth level</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GB" sz="1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rPr>
              <a:t>Fifth level</a:t>
            </a:r>
          </a:p>
        </p:txBody>
      </p:sp>
      <p:sp>
        <p:nvSpPr>
          <p:cNvPr id="5126"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baseline="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5127"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p>
            <a:pPr lvl="0" algn="r" eaLnBrk="1" hangingPunct="1">
              <a:buNone/>
            </a:pPr>
            <a:fld id="{9A0DB2DC-4C9A-4742-B13C-FB6460FD3503}" type="slidenum">
              <a:rPr lang="en-US" altLang="x-none" sz="1200" baseline="0" dirty="0"/>
              <a:t>‹#›</a:t>
            </a:fld>
            <a:endParaRPr lang="en-US" altLang="x-none" sz="1200" baseline="0"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9570" name="Rectangle 7"/>
          <p:cNvSpPr txBox="1">
            <a:spLocks noGrp="1"/>
          </p:cNvSpPr>
          <p:nvPr>
            <p:ph type="sldNum" sz="quarter"/>
          </p:nvPr>
        </p:nvSpPr>
        <p:spPr>
          <a:xfrm>
            <a:off x="3886200" y="8686800"/>
            <a:ext cx="2970213" cy="455613"/>
          </a:xfrm>
          <a:prstGeom prst="rect">
            <a:avLst/>
          </a:prstGeom>
          <a:noFill/>
          <a:ln w="9525">
            <a:noFill/>
          </a:ln>
        </p:spPr>
        <p:txBody>
          <a:bodyPr lIns="90000" tIns="46800" rIns="90000" bIns="46800" anchor="b" anchorCtr="0"/>
          <a:lstStyle/>
          <a:p>
            <a:pPr lvl="0" algn="r" defTabSz="449580">
              <a:lnSpc>
                <a:spcPct val="100000"/>
              </a:lnSpc>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9A0DB2DC-4C9A-4742-B13C-FB6460FD3503}" type="slidenum">
              <a:rPr lang="en-GB" sz="1200" dirty="0">
                <a:solidFill>
                  <a:srgbClr val="000000"/>
                </a:solidFill>
                <a:latin typeface="Times New Roman" panose="02020603050405020304" pitchFamily="18" charset="0"/>
              </a:rPr>
              <a:t>1</a:t>
            </a:fld>
            <a:endParaRPr lang="en-GB" sz="1200" dirty="0">
              <a:solidFill>
                <a:srgbClr val="000000"/>
              </a:solidFill>
              <a:latin typeface="Times New Roman" panose="02020603050405020304" pitchFamily="18" charset="0"/>
            </a:endParaRPr>
          </a:p>
        </p:txBody>
      </p:sp>
      <p:sp>
        <p:nvSpPr>
          <p:cNvPr id="109571" name="Rectangle 1"/>
          <p:cNvSpPr>
            <a:spLocks noGrp="1" noRot="1" noChangeAspect="1" noTextEdit="1"/>
          </p:cNvSpPr>
          <p:nvPr>
            <p:ph type="sldImg"/>
          </p:nvPr>
        </p:nvSpPr>
        <p:spPr>
          <a:xfrm>
            <a:off x="1143000" y="685800"/>
            <a:ext cx="4572000" cy="3429000"/>
          </a:xfrm>
          <a:solidFill>
            <a:srgbClr val="FFFFFF">
              <a:alpha val="100000"/>
            </a:srgbClr>
          </a:solidFill>
          <a:ln/>
        </p:spPr>
      </p:sp>
      <p:sp>
        <p:nvSpPr>
          <p:cNvPr id="109572" name="Rectangle 2"/>
          <p:cNvSpPr>
            <a:spLocks noGrp="1"/>
          </p:cNvSpPr>
          <p:nvPr>
            <p:ph type="body" idx="1"/>
          </p:nvPr>
        </p:nvSpPr>
        <p:spPr>
          <a:xfrm>
            <a:off x="914400" y="4343400"/>
            <a:ext cx="5029200" cy="4208463"/>
          </a:xfrm>
          <a:ln/>
        </p:spPr>
        <p:txBody>
          <a:bodyPr wrap="none" lIns="90000" tIns="46800" rIns="90000" bIns="46800" anchor="ctr" anchorCtr="0"/>
          <a:lstStyle/>
          <a:p>
            <a:pPr lvl="0"/>
            <a:endParaRPr lang="en-US" altLang="x-none" dirty="0"/>
          </a:p>
        </p:txBody>
      </p:sp>
    </p:spTree>
    <p:extLst>
      <p:ext uri="{BB962C8B-B14F-4D97-AF65-F5344CB8AC3E}">
        <p14:creationId xmlns:p14="http://schemas.microsoft.com/office/powerpoint/2010/main" val="19782405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7522" name="Rectangle 7"/>
          <p:cNvSpPr txBox="1">
            <a:spLocks noGrp="1"/>
          </p:cNvSpPr>
          <p:nvPr>
            <p:ph type="sldNum" sz="quarter"/>
          </p:nvPr>
        </p:nvSpPr>
        <p:spPr>
          <a:xfrm>
            <a:off x="3886200" y="8686800"/>
            <a:ext cx="2970213" cy="455613"/>
          </a:xfrm>
          <a:prstGeom prst="rect">
            <a:avLst/>
          </a:prstGeom>
          <a:noFill/>
          <a:ln w="9525">
            <a:noFill/>
          </a:ln>
        </p:spPr>
        <p:txBody>
          <a:bodyPr lIns="90000" tIns="46800" rIns="90000" bIns="46800" anchor="b" anchorCtr="0"/>
          <a:lstStyle/>
          <a:p>
            <a:pPr lvl="0" algn="r" defTabSz="449580">
              <a:lnSpc>
                <a:spcPct val="100000"/>
              </a:lnSpc>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9A0DB2DC-4C9A-4742-B13C-FB6460FD3503}" type="slidenum">
              <a:rPr lang="en-GB" sz="1200" dirty="0">
                <a:solidFill>
                  <a:srgbClr val="000000"/>
                </a:solidFill>
                <a:latin typeface="Times New Roman" panose="02020603050405020304" pitchFamily="18" charset="0"/>
              </a:rPr>
              <a:t>2</a:t>
            </a:fld>
            <a:endParaRPr lang="en-GB" sz="1200" dirty="0">
              <a:solidFill>
                <a:srgbClr val="000000"/>
              </a:solidFill>
              <a:latin typeface="Times New Roman" panose="02020603050405020304" pitchFamily="18" charset="0"/>
            </a:endParaRPr>
          </a:p>
        </p:txBody>
      </p:sp>
      <p:sp>
        <p:nvSpPr>
          <p:cNvPr id="107523" name="Rectangle 1"/>
          <p:cNvSpPr>
            <a:spLocks noGrp="1" noRot="1" noChangeAspect="1" noTextEdit="1"/>
          </p:cNvSpPr>
          <p:nvPr>
            <p:ph type="sldImg"/>
          </p:nvPr>
        </p:nvSpPr>
        <p:spPr>
          <a:xfrm>
            <a:off x="1143000" y="685800"/>
            <a:ext cx="4572000" cy="3429000"/>
          </a:xfrm>
          <a:solidFill>
            <a:srgbClr val="FFFFFF">
              <a:alpha val="100000"/>
            </a:srgbClr>
          </a:solidFill>
          <a:ln/>
        </p:spPr>
      </p:sp>
      <p:sp>
        <p:nvSpPr>
          <p:cNvPr id="107524" name="Rectangle 2"/>
          <p:cNvSpPr>
            <a:spLocks noGrp="1"/>
          </p:cNvSpPr>
          <p:nvPr>
            <p:ph type="body" idx="1"/>
          </p:nvPr>
        </p:nvSpPr>
        <p:spPr>
          <a:xfrm>
            <a:off x="914400" y="4343400"/>
            <a:ext cx="5029200" cy="4208463"/>
          </a:xfrm>
          <a:ln/>
        </p:spPr>
        <p:txBody>
          <a:bodyPr wrap="none" lIns="90000" tIns="46800" rIns="90000" bIns="46800" anchor="ctr" anchorCtr="0"/>
          <a:lstStyle/>
          <a:p>
            <a:pPr lvl="0"/>
            <a:endParaRPr lang="en-US" altLang="x-none" dirty="0"/>
          </a:p>
        </p:txBody>
      </p:sp>
    </p:spTree>
    <p:extLst>
      <p:ext uri="{BB962C8B-B14F-4D97-AF65-F5344CB8AC3E}">
        <p14:creationId xmlns:p14="http://schemas.microsoft.com/office/powerpoint/2010/main" val="4795818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8546" name="Rectangle 7"/>
          <p:cNvSpPr txBox="1">
            <a:spLocks noGrp="1"/>
          </p:cNvSpPr>
          <p:nvPr>
            <p:ph type="sldNum" sz="quarter"/>
          </p:nvPr>
        </p:nvSpPr>
        <p:spPr>
          <a:xfrm>
            <a:off x="3886200" y="8686800"/>
            <a:ext cx="2970213" cy="455613"/>
          </a:xfrm>
          <a:prstGeom prst="rect">
            <a:avLst/>
          </a:prstGeom>
          <a:noFill/>
          <a:ln w="9525">
            <a:noFill/>
          </a:ln>
        </p:spPr>
        <p:txBody>
          <a:bodyPr lIns="90000" tIns="46800" rIns="90000" bIns="46800" anchor="b" anchorCtr="0"/>
          <a:lstStyle/>
          <a:p>
            <a:pPr lvl="0" algn="r" defTabSz="449580">
              <a:lnSpc>
                <a:spcPct val="100000"/>
              </a:lnSpc>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9A0DB2DC-4C9A-4742-B13C-FB6460FD3503}" type="slidenum">
              <a:rPr lang="en-GB" sz="1200" dirty="0">
                <a:solidFill>
                  <a:srgbClr val="000000"/>
                </a:solidFill>
                <a:latin typeface="Times New Roman" panose="02020603050405020304" pitchFamily="18" charset="0"/>
              </a:rPr>
              <a:t>3</a:t>
            </a:fld>
            <a:endParaRPr lang="en-GB" sz="1200" dirty="0">
              <a:solidFill>
                <a:srgbClr val="000000"/>
              </a:solidFill>
              <a:latin typeface="Times New Roman" panose="02020603050405020304" pitchFamily="18" charset="0"/>
            </a:endParaRPr>
          </a:p>
        </p:txBody>
      </p:sp>
      <p:sp>
        <p:nvSpPr>
          <p:cNvPr id="108547" name="Rectangle 1"/>
          <p:cNvSpPr>
            <a:spLocks noGrp="1" noRot="1" noChangeAspect="1" noTextEdit="1"/>
          </p:cNvSpPr>
          <p:nvPr>
            <p:ph type="sldImg"/>
          </p:nvPr>
        </p:nvSpPr>
        <p:spPr>
          <a:xfrm>
            <a:off x="1143000" y="685800"/>
            <a:ext cx="4572000" cy="3429000"/>
          </a:xfrm>
          <a:solidFill>
            <a:srgbClr val="FFFFFF">
              <a:alpha val="100000"/>
            </a:srgbClr>
          </a:solidFill>
          <a:ln/>
        </p:spPr>
      </p:sp>
      <p:sp>
        <p:nvSpPr>
          <p:cNvPr id="108548" name="Rectangle 2"/>
          <p:cNvSpPr>
            <a:spLocks noGrp="1"/>
          </p:cNvSpPr>
          <p:nvPr>
            <p:ph type="body" idx="1"/>
          </p:nvPr>
        </p:nvSpPr>
        <p:spPr>
          <a:xfrm>
            <a:off x="914400" y="4343400"/>
            <a:ext cx="5029200" cy="4208463"/>
          </a:xfrm>
          <a:ln/>
        </p:spPr>
        <p:txBody>
          <a:bodyPr wrap="none" lIns="90000" tIns="46800" rIns="90000" bIns="46800" anchor="ctr" anchorCtr="0"/>
          <a:lstStyle/>
          <a:p>
            <a:pPr lvl="0"/>
            <a:endParaRPr lang="en-US" altLang="x-none" dirty="0"/>
          </a:p>
        </p:txBody>
      </p:sp>
    </p:spTree>
    <p:extLst>
      <p:ext uri="{BB962C8B-B14F-4D97-AF65-F5344CB8AC3E}">
        <p14:creationId xmlns:p14="http://schemas.microsoft.com/office/powerpoint/2010/main" val="9740046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0594" name="Rectangle 7"/>
          <p:cNvSpPr txBox="1">
            <a:spLocks noGrp="1"/>
          </p:cNvSpPr>
          <p:nvPr>
            <p:ph type="sldNum" sz="quarter"/>
          </p:nvPr>
        </p:nvSpPr>
        <p:spPr>
          <a:xfrm>
            <a:off x="3886200" y="8686800"/>
            <a:ext cx="2970213" cy="455613"/>
          </a:xfrm>
          <a:prstGeom prst="rect">
            <a:avLst/>
          </a:prstGeom>
          <a:noFill/>
          <a:ln w="9525">
            <a:noFill/>
          </a:ln>
        </p:spPr>
        <p:txBody>
          <a:bodyPr lIns="90000" tIns="46800" rIns="90000" bIns="46800" anchor="b" anchorCtr="0"/>
          <a:lstStyle/>
          <a:p>
            <a:pPr lvl="0" algn="r" defTabSz="449580">
              <a:lnSpc>
                <a:spcPct val="100000"/>
              </a:lnSpc>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9A0DB2DC-4C9A-4742-B13C-FB6460FD3503}" type="slidenum">
              <a:rPr lang="en-GB" sz="1200" dirty="0">
                <a:solidFill>
                  <a:srgbClr val="000000"/>
                </a:solidFill>
                <a:latin typeface="Times New Roman" panose="02020603050405020304" pitchFamily="18" charset="0"/>
              </a:rPr>
              <a:t>4</a:t>
            </a:fld>
            <a:endParaRPr lang="en-GB" sz="1200" dirty="0">
              <a:solidFill>
                <a:srgbClr val="000000"/>
              </a:solidFill>
              <a:latin typeface="Times New Roman" panose="02020603050405020304" pitchFamily="18" charset="0"/>
            </a:endParaRPr>
          </a:p>
        </p:txBody>
      </p:sp>
      <p:sp>
        <p:nvSpPr>
          <p:cNvPr id="110595" name="Rectangle 1"/>
          <p:cNvSpPr>
            <a:spLocks noGrp="1" noRot="1" noChangeAspect="1" noTextEdit="1"/>
          </p:cNvSpPr>
          <p:nvPr>
            <p:ph type="sldImg"/>
          </p:nvPr>
        </p:nvSpPr>
        <p:spPr>
          <a:xfrm>
            <a:off x="1143000" y="685800"/>
            <a:ext cx="4572000" cy="3429000"/>
          </a:xfrm>
          <a:solidFill>
            <a:srgbClr val="FFFFFF">
              <a:alpha val="100000"/>
            </a:srgbClr>
          </a:solidFill>
          <a:ln/>
        </p:spPr>
      </p:sp>
      <p:sp>
        <p:nvSpPr>
          <p:cNvPr id="110596" name="Rectangle 2"/>
          <p:cNvSpPr>
            <a:spLocks noGrp="1"/>
          </p:cNvSpPr>
          <p:nvPr>
            <p:ph type="body" idx="1"/>
          </p:nvPr>
        </p:nvSpPr>
        <p:spPr>
          <a:xfrm>
            <a:off x="914400" y="4343400"/>
            <a:ext cx="5029200" cy="4208463"/>
          </a:xfrm>
          <a:ln/>
        </p:spPr>
        <p:txBody>
          <a:bodyPr wrap="none" lIns="90000" tIns="46800" rIns="90000" bIns="46800" anchor="ctr" anchorCtr="0"/>
          <a:lstStyle/>
          <a:p>
            <a:pPr lvl="0"/>
            <a:endParaRPr lang="en-US" altLang="x-none" dirty="0"/>
          </a:p>
        </p:txBody>
      </p:sp>
    </p:spTree>
    <p:extLst>
      <p:ext uri="{BB962C8B-B14F-4D97-AF65-F5344CB8AC3E}">
        <p14:creationId xmlns:p14="http://schemas.microsoft.com/office/powerpoint/2010/main" val="9081310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1618" name="Rectangle 7"/>
          <p:cNvSpPr txBox="1">
            <a:spLocks noGrp="1"/>
          </p:cNvSpPr>
          <p:nvPr>
            <p:ph type="sldNum" sz="quarter"/>
          </p:nvPr>
        </p:nvSpPr>
        <p:spPr>
          <a:xfrm>
            <a:off x="3886200" y="8686800"/>
            <a:ext cx="2970213" cy="455613"/>
          </a:xfrm>
          <a:prstGeom prst="rect">
            <a:avLst/>
          </a:prstGeom>
          <a:noFill/>
          <a:ln w="9525">
            <a:noFill/>
          </a:ln>
        </p:spPr>
        <p:txBody>
          <a:bodyPr lIns="90000" tIns="46800" rIns="90000" bIns="46800" anchor="b" anchorCtr="0"/>
          <a:lstStyle/>
          <a:p>
            <a:pPr lvl="0" algn="r" defTabSz="449580">
              <a:lnSpc>
                <a:spcPct val="100000"/>
              </a:lnSpc>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9A0DB2DC-4C9A-4742-B13C-FB6460FD3503}" type="slidenum">
              <a:rPr lang="en-GB" sz="1200" dirty="0">
                <a:solidFill>
                  <a:srgbClr val="000000"/>
                </a:solidFill>
                <a:latin typeface="Times New Roman" panose="02020603050405020304" pitchFamily="18" charset="0"/>
              </a:rPr>
              <a:t>5</a:t>
            </a:fld>
            <a:endParaRPr lang="en-GB" sz="1200" dirty="0">
              <a:solidFill>
                <a:srgbClr val="000000"/>
              </a:solidFill>
              <a:latin typeface="Times New Roman" panose="02020603050405020304" pitchFamily="18" charset="0"/>
            </a:endParaRPr>
          </a:p>
        </p:txBody>
      </p:sp>
      <p:sp>
        <p:nvSpPr>
          <p:cNvPr id="111619" name="Rectangle 1"/>
          <p:cNvSpPr>
            <a:spLocks noGrp="1" noRot="1" noChangeAspect="1" noTextEdit="1"/>
          </p:cNvSpPr>
          <p:nvPr>
            <p:ph type="sldImg"/>
          </p:nvPr>
        </p:nvSpPr>
        <p:spPr>
          <a:xfrm>
            <a:off x="1143000" y="685800"/>
            <a:ext cx="4572000" cy="3429000"/>
          </a:xfrm>
          <a:solidFill>
            <a:srgbClr val="FFFFFF">
              <a:alpha val="100000"/>
            </a:srgbClr>
          </a:solidFill>
          <a:ln/>
        </p:spPr>
      </p:sp>
      <p:sp>
        <p:nvSpPr>
          <p:cNvPr id="111620" name="Rectangle 2"/>
          <p:cNvSpPr>
            <a:spLocks noGrp="1"/>
          </p:cNvSpPr>
          <p:nvPr>
            <p:ph type="body" idx="1"/>
          </p:nvPr>
        </p:nvSpPr>
        <p:spPr>
          <a:xfrm>
            <a:off x="914400" y="4343400"/>
            <a:ext cx="5029200" cy="4208463"/>
          </a:xfrm>
          <a:ln/>
        </p:spPr>
        <p:txBody>
          <a:bodyPr wrap="none" lIns="90000" tIns="46800" rIns="90000" bIns="46800" anchor="ctr" anchorCtr="0"/>
          <a:lstStyle/>
          <a:p>
            <a:pPr lvl="0"/>
            <a:endParaRPr lang="en-US" altLang="x-none" dirty="0"/>
          </a:p>
        </p:txBody>
      </p:sp>
    </p:spTree>
    <p:extLst>
      <p:ext uri="{BB962C8B-B14F-4D97-AF65-F5344CB8AC3E}">
        <p14:creationId xmlns:p14="http://schemas.microsoft.com/office/powerpoint/2010/main" val="34379484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2642" name="Rectangle 7"/>
          <p:cNvSpPr txBox="1">
            <a:spLocks noGrp="1"/>
          </p:cNvSpPr>
          <p:nvPr>
            <p:ph type="sldNum" sz="quarter"/>
          </p:nvPr>
        </p:nvSpPr>
        <p:spPr>
          <a:xfrm>
            <a:off x="3886200" y="8686800"/>
            <a:ext cx="2970213" cy="455613"/>
          </a:xfrm>
          <a:prstGeom prst="rect">
            <a:avLst/>
          </a:prstGeom>
          <a:noFill/>
          <a:ln w="9525">
            <a:noFill/>
          </a:ln>
        </p:spPr>
        <p:txBody>
          <a:bodyPr lIns="90000" tIns="46800" rIns="90000" bIns="46800" anchor="b" anchorCtr="0"/>
          <a:lstStyle/>
          <a:p>
            <a:pPr lvl="0" algn="r" defTabSz="449580">
              <a:lnSpc>
                <a:spcPct val="100000"/>
              </a:lnSpc>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9A0DB2DC-4C9A-4742-B13C-FB6460FD3503}" type="slidenum">
              <a:rPr lang="en-GB" sz="1200" dirty="0">
                <a:solidFill>
                  <a:srgbClr val="000000"/>
                </a:solidFill>
                <a:latin typeface="Times New Roman" panose="02020603050405020304" pitchFamily="18" charset="0"/>
              </a:rPr>
              <a:t>6</a:t>
            </a:fld>
            <a:endParaRPr lang="en-GB" sz="1200" dirty="0">
              <a:solidFill>
                <a:srgbClr val="000000"/>
              </a:solidFill>
              <a:latin typeface="Times New Roman" panose="02020603050405020304" pitchFamily="18" charset="0"/>
            </a:endParaRPr>
          </a:p>
        </p:txBody>
      </p:sp>
      <p:sp>
        <p:nvSpPr>
          <p:cNvPr id="112643" name="Rectangle 1"/>
          <p:cNvSpPr>
            <a:spLocks noGrp="1" noRot="1" noChangeAspect="1" noTextEdit="1"/>
          </p:cNvSpPr>
          <p:nvPr>
            <p:ph type="sldImg"/>
          </p:nvPr>
        </p:nvSpPr>
        <p:spPr>
          <a:xfrm>
            <a:off x="1143000" y="685800"/>
            <a:ext cx="4572000" cy="3429000"/>
          </a:xfrm>
          <a:solidFill>
            <a:srgbClr val="FFFFFF">
              <a:alpha val="100000"/>
            </a:srgbClr>
          </a:solidFill>
          <a:ln/>
        </p:spPr>
      </p:sp>
      <p:sp>
        <p:nvSpPr>
          <p:cNvPr id="112644" name="Rectangle 2"/>
          <p:cNvSpPr>
            <a:spLocks noGrp="1"/>
          </p:cNvSpPr>
          <p:nvPr>
            <p:ph type="body" idx="1"/>
          </p:nvPr>
        </p:nvSpPr>
        <p:spPr>
          <a:xfrm>
            <a:off x="914400" y="4343400"/>
            <a:ext cx="5029200" cy="4117975"/>
          </a:xfrm>
          <a:ln/>
        </p:spPr>
        <p:txBody>
          <a:bodyPr wrap="none" lIns="90000" tIns="46800" rIns="90000" bIns="46800" anchor="ctr" anchorCtr="0"/>
          <a:lstStyle/>
          <a:p>
            <a:pPr lvl="0"/>
            <a:endParaRPr lang="en-US" altLang="x-none" dirty="0"/>
          </a:p>
        </p:txBody>
      </p:sp>
    </p:spTree>
    <p:extLst>
      <p:ext uri="{BB962C8B-B14F-4D97-AF65-F5344CB8AC3E}">
        <p14:creationId xmlns:p14="http://schemas.microsoft.com/office/powerpoint/2010/main" val="19554599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3666" name="Rectangle 7"/>
          <p:cNvSpPr txBox="1">
            <a:spLocks noGrp="1"/>
          </p:cNvSpPr>
          <p:nvPr>
            <p:ph type="sldNum" sz="quarter"/>
          </p:nvPr>
        </p:nvSpPr>
        <p:spPr>
          <a:xfrm>
            <a:off x="3886200" y="8686800"/>
            <a:ext cx="2970213" cy="455613"/>
          </a:xfrm>
          <a:prstGeom prst="rect">
            <a:avLst/>
          </a:prstGeom>
          <a:noFill/>
          <a:ln w="9525">
            <a:noFill/>
          </a:ln>
        </p:spPr>
        <p:txBody>
          <a:bodyPr lIns="90000" tIns="46800" rIns="90000" bIns="46800" anchor="b" anchorCtr="0"/>
          <a:lstStyle/>
          <a:p>
            <a:pPr lvl="0" algn="r" defTabSz="449580">
              <a:lnSpc>
                <a:spcPct val="100000"/>
              </a:lnSpc>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9A0DB2DC-4C9A-4742-B13C-FB6460FD3503}" type="slidenum">
              <a:rPr lang="en-GB" sz="1200" dirty="0">
                <a:solidFill>
                  <a:srgbClr val="000000"/>
                </a:solidFill>
                <a:latin typeface="Times New Roman" panose="02020603050405020304" pitchFamily="18" charset="0"/>
              </a:rPr>
              <a:t>7</a:t>
            </a:fld>
            <a:endParaRPr lang="en-GB" sz="1200" dirty="0">
              <a:solidFill>
                <a:srgbClr val="000000"/>
              </a:solidFill>
              <a:latin typeface="Times New Roman" panose="02020603050405020304" pitchFamily="18" charset="0"/>
            </a:endParaRPr>
          </a:p>
        </p:txBody>
      </p:sp>
      <p:sp>
        <p:nvSpPr>
          <p:cNvPr id="113667" name="Rectangle 1"/>
          <p:cNvSpPr>
            <a:spLocks noGrp="1" noRot="1" noChangeAspect="1" noTextEdit="1"/>
          </p:cNvSpPr>
          <p:nvPr>
            <p:ph type="sldImg"/>
          </p:nvPr>
        </p:nvSpPr>
        <p:spPr>
          <a:xfrm>
            <a:off x="1143000" y="685800"/>
            <a:ext cx="4572000" cy="3429000"/>
          </a:xfrm>
          <a:solidFill>
            <a:srgbClr val="FFFFFF">
              <a:alpha val="100000"/>
            </a:srgbClr>
          </a:solidFill>
          <a:ln/>
        </p:spPr>
      </p:sp>
      <p:sp>
        <p:nvSpPr>
          <p:cNvPr id="113668" name="Rectangle 2"/>
          <p:cNvSpPr>
            <a:spLocks noGrp="1"/>
          </p:cNvSpPr>
          <p:nvPr>
            <p:ph type="body" idx="1"/>
          </p:nvPr>
        </p:nvSpPr>
        <p:spPr>
          <a:xfrm>
            <a:off x="914400" y="4343400"/>
            <a:ext cx="5029200" cy="4117975"/>
          </a:xfrm>
          <a:ln/>
        </p:spPr>
        <p:txBody>
          <a:bodyPr wrap="none" lIns="90000" tIns="46800" rIns="90000" bIns="46800" anchor="ctr" anchorCtr="0"/>
          <a:lstStyle/>
          <a:p>
            <a:pPr lvl="0"/>
            <a:endParaRPr lang="en-US" altLang="x-none" dirty="0"/>
          </a:p>
        </p:txBody>
      </p:sp>
    </p:spTree>
    <p:extLst>
      <p:ext uri="{BB962C8B-B14F-4D97-AF65-F5344CB8AC3E}">
        <p14:creationId xmlns:p14="http://schemas.microsoft.com/office/powerpoint/2010/main" val="9523911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4690" name="Rectangle 7"/>
          <p:cNvSpPr txBox="1">
            <a:spLocks noGrp="1"/>
          </p:cNvSpPr>
          <p:nvPr>
            <p:ph type="sldNum" sz="quarter"/>
          </p:nvPr>
        </p:nvSpPr>
        <p:spPr>
          <a:xfrm>
            <a:off x="3886200" y="8686800"/>
            <a:ext cx="2970213" cy="455613"/>
          </a:xfrm>
          <a:prstGeom prst="rect">
            <a:avLst/>
          </a:prstGeom>
          <a:noFill/>
          <a:ln w="9525">
            <a:noFill/>
          </a:ln>
        </p:spPr>
        <p:txBody>
          <a:bodyPr lIns="90000" tIns="46800" rIns="90000" bIns="46800" anchor="b" anchorCtr="0"/>
          <a:lstStyle/>
          <a:p>
            <a:pPr lvl="0" algn="r" defTabSz="449580">
              <a:lnSpc>
                <a:spcPct val="100000"/>
              </a:lnSpc>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9A0DB2DC-4C9A-4742-B13C-FB6460FD3503}" type="slidenum">
              <a:rPr lang="en-GB" sz="1200" dirty="0">
                <a:solidFill>
                  <a:srgbClr val="000000"/>
                </a:solidFill>
                <a:latin typeface="Times New Roman" panose="02020603050405020304" pitchFamily="18" charset="0"/>
              </a:rPr>
              <a:t>8</a:t>
            </a:fld>
            <a:endParaRPr lang="en-GB" sz="1200" dirty="0">
              <a:solidFill>
                <a:srgbClr val="000000"/>
              </a:solidFill>
              <a:latin typeface="Times New Roman" panose="02020603050405020304" pitchFamily="18" charset="0"/>
            </a:endParaRPr>
          </a:p>
        </p:txBody>
      </p:sp>
      <p:sp>
        <p:nvSpPr>
          <p:cNvPr id="114691" name="Rectangle 1"/>
          <p:cNvSpPr>
            <a:spLocks noGrp="1" noRot="1" noChangeAspect="1" noTextEdit="1"/>
          </p:cNvSpPr>
          <p:nvPr>
            <p:ph type="sldImg"/>
          </p:nvPr>
        </p:nvSpPr>
        <p:spPr>
          <a:xfrm>
            <a:off x="1143000" y="685800"/>
            <a:ext cx="4572000" cy="3429000"/>
          </a:xfrm>
          <a:solidFill>
            <a:srgbClr val="FFFFFF">
              <a:alpha val="100000"/>
            </a:srgbClr>
          </a:solidFill>
          <a:ln/>
        </p:spPr>
      </p:sp>
      <p:sp>
        <p:nvSpPr>
          <p:cNvPr id="114692" name="Rectangle 2"/>
          <p:cNvSpPr>
            <a:spLocks noGrp="1"/>
          </p:cNvSpPr>
          <p:nvPr>
            <p:ph type="body" idx="1"/>
          </p:nvPr>
        </p:nvSpPr>
        <p:spPr>
          <a:xfrm>
            <a:off x="914400" y="4343400"/>
            <a:ext cx="5029200" cy="4117975"/>
          </a:xfrm>
          <a:ln/>
        </p:spPr>
        <p:txBody>
          <a:bodyPr wrap="none" lIns="90000" tIns="46800" rIns="90000" bIns="46800" anchor="ctr" anchorCtr="0"/>
          <a:lstStyle/>
          <a:p>
            <a:pPr lvl="0"/>
            <a:endParaRPr lang="en-US" altLang="x-none" dirty="0"/>
          </a:p>
        </p:txBody>
      </p:sp>
    </p:spTree>
    <p:extLst>
      <p:ext uri="{BB962C8B-B14F-4D97-AF65-F5344CB8AC3E}">
        <p14:creationId xmlns:p14="http://schemas.microsoft.com/office/powerpoint/2010/main" val="32093102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5714" name="Rectangle 7"/>
          <p:cNvSpPr txBox="1">
            <a:spLocks noGrp="1"/>
          </p:cNvSpPr>
          <p:nvPr>
            <p:ph type="sldNum" sz="quarter"/>
          </p:nvPr>
        </p:nvSpPr>
        <p:spPr>
          <a:xfrm>
            <a:off x="3886200" y="8686800"/>
            <a:ext cx="2970213" cy="455613"/>
          </a:xfrm>
          <a:prstGeom prst="rect">
            <a:avLst/>
          </a:prstGeom>
          <a:noFill/>
          <a:ln w="9525">
            <a:noFill/>
          </a:ln>
        </p:spPr>
        <p:txBody>
          <a:bodyPr lIns="90000" tIns="46800" rIns="90000" bIns="46800" anchor="b" anchorCtr="0"/>
          <a:lstStyle/>
          <a:p>
            <a:pPr lvl="0" algn="r" defTabSz="449580">
              <a:lnSpc>
                <a:spcPct val="100000"/>
              </a:lnSpc>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9A0DB2DC-4C9A-4742-B13C-FB6460FD3503}" type="slidenum">
              <a:rPr lang="en-GB" sz="1200" dirty="0">
                <a:solidFill>
                  <a:srgbClr val="000000"/>
                </a:solidFill>
                <a:latin typeface="Times New Roman" panose="02020603050405020304" pitchFamily="18" charset="0"/>
              </a:rPr>
              <a:t>9</a:t>
            </a:fld>
            <a:endParaRPr lang="en-GB" sz="1200" dirty="0">
              <a:solidFill>
                <a:srgbClr val="000000"/>
              </a:solidFill>
              <a:latin typeface="Times New Roman" panose="02020603050405020304" pitchFamily="18" charset="0"/>
            </a:endParaRPr>
          </a:p>
        </p:txBody>
      </p:sp>
      <p:sp>
        <p:nvSpPr>
          <p:cNvPr id="115715" name="Rectangle 1"/>
          <p:cNvSpPr>
            <a:spLocks noGrp="1" noRot="1" noChangeAspect="1" noTextEdit="1"/>
          </p:cNvSpPr>
          <p:nvPr>
            <p:ph type="sldImg"/>
          </p:nvPr>
        </p:nvSpPr>
        <p:spPr>
          <a:xfrm>
            <a:off x="1143000" y="685800"/>
            <a:ext cx="4572000" cy="3429000"/>
          </a:xfrm>
          <a:solidFill>
            <a:srgbClr val="FFFFFF">
              <a:alpha val="100000"/>
            </a:srgbClr>
          </a:solidFill>
          <a:ln/>
        </p:spPr>
      </p:sp>
      <p:sp>
        <p:nvSpPr>
          <p:cNvPr id="115716" name="Rectangle 2"/>
          <p:cNvSpPr>
            <a:spLocks noGrp="1"/>
          </p:cNvSpPr>
          <p:nvPr>
            <p:ph type="body" idx="1"/>
          </p:nvPr>
        </p:nvSpPr>
        <p:spPr>
          <a:xfrm>
            <a:off x="914400" y="4343400"/>
            <a:ext cx="5029200" cy="4208463"/>
          </a:xfrm>
          <a:ln/>
        </p:spPr>
        <p:txBody>
          <a:bodyPr wrap="none" lIns="90000" tIns="46800" rIns="90000" bIns="46800" anchor="ctr" anchorCtr="0"/>
          <a:lstStyle/>
          <a:p>
            <a:pPr lvl="0"/>
            <a:endParaRPr lang="en-US" altLang="x-none" dirty="0"/>
          </a:p>
        </p:txBody>
      </p:sp>
    </p:spTree>
    <p:extLst>
      <p:ext uri="{BB962C8B-B14F-4D97-AF65-F5344CB8AC3E}">
        <p14:creationId xmlns:p14="http://schemas.microsoft.com/office/powerpoint/2010/main" val="15784746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txBox="1">
            <a:spLocks noGrp="1"/>
          </p:cNvSpPr>
          <p:nvPr>
            <p:ph type="sldNum" sz="quarter"/>
          </p:nvPr>
        </p:nvSpPr>
        <p:spPr>
          <a:xfrm>
            <a:off x="3886200" y="8686800"/>
            <a:ext cx="2970213" cy="455613"/>
          </a:xfrm>
          <a:prstGeom prst="rect">
            <a:avLst/>
          </a:prstGeom>
          <a:noFill/>
          <a:ln w="9525">
            <a:noFill/>
          </a:ln>
        </p:spPr>
        <p:txBody>
          <a:bodyPr lIns="90000" tIns="46800" rIns="90000" bIns="46800" anchor="b" anchorCtr="0"/>
          <a:lstStyle/>
          <a:p>
            <a:pPr lvl="0" algn="r" defTabSz="449580">
              <a:lnSpc>
                <a:spcPct val="100000"/>
              </a:lnSpc>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9A0DB2DC-4C9A-4742-B13C-FB6460FD3503}" type="slidenum">
              <a:rPr lang="en-AU" altLang="x-none" sz="1200" dirty="0">
                <a:solidFill>
                  <a:srgbClr val="000000"/>
                </a:solidFill>
                <a:latin typeface="Times New Roman" panose="02020603050405020304" pitchFamily="18" charset="0"/>
              </a:rPr>
              <a:t>10</a:t>
            </a:fld>
            <a:endParaRPr lang="en-AU" altLang="x-none" sz="1200" dirty="0">
              <a:solidFill>
                <a:srgbClr val="000000"/>
              </a:solidFill>
              <a:latin typeface="Times New Roman" panose="02020603050405020304" pitchFamily="18" charset="0"/>
            </a:endParaRPr>
          </a:p>
        </p:txBody>
      </p:sp>
      <p:sp>
        <p:nvSpPr>
          <p:cNvPr id="84995" name="Rectangle 1026"/>
          <p:cNvSpPr>
            <a:spLocks noGrp="1" noRot="1" noChangeAspect="1" noTextEdit="1"/>
          </p:cNvSpPr>
          <p:nvPr>
            <p:ph type="sldImg"/>
          </p:nvPr>
        </p:nvSpPr>
        <p:spPr>
          <a:ln/>
        </p:spPr>
      </p:sp>
      <p:sp>
        <p:nvSpPr>
          <p:cNvPr id="84996" name="Rectangle 1027"/>
          <p:cNvSpPr>
            <a:spLocks noGrp="1"/>
          </p:cNvSpPr>
          <p:nvPr>
            <p:ph type="body" idx="1"/>
          </p:nvPr>
        </p:nvSpPr>
        <p:spPr>
          <a:ln/>
        </p:spPr>
        <p:txBody>
          <a:bodyPr wrap="square" lIns="90000" tIns="46800" rIns="90000" bIns="46800" anchor="t" anchorCtr="0"/>
          <a:lstStyle/>
          <a:p>
            <a:pPr lvl="0"/>
            <a:r>
              <a:rPr lang="en-US" altLang="x-none" dirty="0">
                <a:latin typeface="Times-Roman" charset="0"/>
              </a:rPr>
              <a:t>One of the major roles of public-key encryption has been to address the problem of key distribution, with two distinct aspects: the distribution of public keys, and the use of public-key encryption to distribute secret keys.</a:t>
            </a:r>
          </a:p>
        </p:txBody>
      </p:sp>
    </p:spTree>
    <p:extLst>
      <p:ext uri="{BB962C8B-B14F-4D97-AF65-F5344CB8AC3E}">
        <p14:creationId xmlns:p14="http://schemas.microsoft.com/office/powerpoint/2010/main" val="10729093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txBox="1">
            <a:spLocks noGrp="1"/>
          </p:cNvSpPr>
          <p:nvPr>
            <p:ph type="sldNum" sz="quarter"/>
          </p:nvPr>
        </p:nvSpPr>
        <p:spPr>
          <a:xfrm>
            <a:off x="3886200" y="8686800"/>
            <a:ext cx="2970213" cy="455613"/>
          </a:xfrm>
          <a:prstGeom prst="rect">
            <a:avLst/>
          </a:prstGeom>
          <a:noFill/>
          <a:ln w="9525">
            <a:noFill/>
          </a:ln>
        </p:spPr>
        <p:txBody>
          <a:bodyPr lIns="90000" tIns="46800" rIns="90000" bIns="46800" anchor="b" anchorCtr="0"/>
          <a:lstStyle/>
          <a:p>
            <a:pPr lvl="0" algn="r" defTabSz="449580">
              <a:lnSpc>
                <a:spcPct val="100000"/>
              </a:lnSpc>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9A0DB2DC-4C9A-4742-B13C-FB6460FD3503}" type="slidenum">
              <a:rPr lang="en-AU" altLang="x-none" sz="1200" dirty="0">
                <a:solidFill>
                  <a:srgbClr val="000000"/>
                </a:solidFill>
                <a:latin typeface="Times New Roman" panose="02020603050405020304" pitchFamily="18" charset="0"/>
              </a:rPr>
              <a:t>11</a:t>
            </a:fld>
            <a:endParaRPr lang="en-AU" altLang="x-none" sz="1200" dirty="0">
              <a:solidFill>
                <a:srgbClr val="000000"/>
              </a:solidFill>
              <a:latin typeface="Times New Roman" panose="02020603050405020304" pitchFamily="18" charset="0"/>
            </a:endParaRPr>
          </a:p>
        </p:txBody>
      </p:sp>
      <p:sp>
        <p:nvSpPr>
          <p:cNvPr id="86019" name="Rectangle 2"/>
          <p:cNvSpPr>
            <a:spLocks noGrp="1" noRot="1" noChangeAspect="1" noTextEdit="1"/>
          </p:cNvSpPr>
          <p:nvPr>
            <p:ph type="sldImg"/>
          </p:nvPr>
        </p:nvSpPr>
        <p:spPr>
          <a:ln/>
        </p:spPr>
      </p:sp>
      <p:sp>
        <p:nvSpPr>
          <p:cNvPr id="86020" name="Rectangle 3"/>
          <p:cNvSpPr>
            <a:spLocks noGrp="1"/>
          </p:cNvSpPr>
          <p:nvPr>
            <p:ph type="body" idx="1"/>
          </p:nvPr>
        </p:nvSpPr>
        <p:spPr>
          <a:ln/>
        </p:spPr>
        <p:txBody>
          <a:bodyPr wrap="square" lIns="90000" tIns="46800" rIns="90000" bIns="46800" anchor="t" anchorCtr="0"/>
          <a:lstStyle/>
          <a:p>
            <a:pPr lvl="0"/>
            <a:r>
              <a:rPr lang="en-US" altLang="x-none" dirty="0">
                <a:latin typeface="Times-Roman" charset="0"/>
              </a:rPr>
              <a:t>Several techniques have been proposed for the distribution of public keys, which can mostly be grouped into the categories shown.</a:t>
            </a:r>
          </a:p>
        </p:txBody>
      </p:sp>
    </p:spTree>
    <p:extLst>
      <p:ext uri="{BB962C8B-B14F-4D97-AF65-F5344CB8AC3E}">
        <p14:creationId xmlns:p14="http://schemas.microsoft.com/office/powerpoint/2010/main" val="27425881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1138" name="Rectangle 7"/>
          <p:cNvSpPr txBox="1">
            <a:spLocks noGrp="1"/>
          </p:cNvSpPr>
          <p:nvPr>
            <p:ph type="sldNum" sz="quarter"/>
          </p:nvPr>
        </p:nvSpPr>
        <p:spPr>
          <a:xfrm>
            <a:off x="3886200" y="8686800"/>
            <a:ext cx="2970213" cy="455613"/>
          </a:xfrm>
          <a:prstGeom prst="rect">
            <a:avLst/>
          </a:prstGeom>
          <a:noFill/>
          <a:ln w="9525">
            <a:noFill/>
          </a:ln>
        </p:spPr>
        <p:txBody>
          <a:bodyPr lIns="90000" tIns="46800" rIns="90000" bIns="46800" anchor="b" anchorCtr="0"/>
          <a:lstStyle/>
          <a:p>
            <a:pPr lvl="0" algn="r" defTabSz="449580">
              <a:lnSpc>
                <a:spcPct val="100000"/>
              </a:lnSpc>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9A0DB2DC-4C9A-4742-B13C-FB6460FD3503}" type="slidenum">
              <a:rPr lang="en-GB" sz="1200" dirty="0">
                <a:solidFill>
                  <a:srgbClr val="000000"/>
                </a:solidFill>
                <a:latin typeface="Times New Roman" panose="02020603050405020304" pitchFamily="18" charset="0"/>
              </a:rPr>
              <a:t>12</a:t>
            </a:fld>
            <a:endParaRPr lang="en-GB" sz="1200" dirty="0">
              <a:solidFill>
                <a:srgbClr val="000000"/>
              </a:solidFill>
              <a:latin typeface="Times New Roman" panose="02020603050405020304" pitchFamily="18" charset="0"/>
            </a:endParaRPr>
          </a:p>
        </p:txBody>
      </p:sp>
      <p:sp>
        <p:nvSpPr>
          <p:cNvPr id="91139" name="Rectangle 1"/>
          <p:cNvSpPr>
            <a:spLocks noGrp="1" noRot="1" noChangeAspect="1" noTextEdit="1"/>
          </p:cNvSpPr>
          <p:nvPr>
            <p:ph type="sldImg"/>
          </p:nvPr>
        </p:nvSpPr>
        <p:spPr>
          <a:xfrm>
            <a:off x="1143000" y="685800"/>
            <a:ext cx="4572000" cy="3429000"/>
          </a:xfrm>
          <a:solidFill>
            <a:srgbClr val="FFFFFF">
              <a:alpha val="100000"/>
            </a:srgbClr>
          </a:solidFill>
          <a:ln/>
        </p:spPr>
      </p:sp>
      <p:sp>
        <p:nvSpPr>
          <p:cNvPr id="91140" name="Rectangle 2"/>
          <p:cNvSpPr>
            <a:spLocks noGrp="1"/>
          </p:cNvSpPr>
          <p:nvPr>
            <p:ph type="body" idx="1"/>
          </p:nvPr>
        </p:nvSpPr>
        <p:spPr>
          <a:xfrm>
            <a:off x="914400" y="4343400"/>
            <a:ext cx="5029200" cy="4208463"/>
          </a:xfrm>
          <a:ln/>
        </p:spPr>
        <p:txBody>
          <a:bodyPr wrap="none" lIns="90000" tIns="46800" rIns="90000" bIns="46800" anchor="ctr" anchorCtr="0"/>
          <a:lstStyle/>
          <a:p>
            <a:pPr lvl="0"/>
            <a:endParaRPr lang="en-US" altLang="x-none" dirty="0"/>
          </a:p>
        </p:txBody>
      </p:sp>
    </p:spTree>
    <p:extLst>
      <p:ext uri="{BB962C8B-B14F-4D97-AF65-F5344CB8AC3E}">
        <p14:creationId xmlns:p14="http://schemas.microsoft.com/office/powerpoint/2010/main" val="9752009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txBox="1">
            <a:spLocks noGrp="1"/>
          </p:cNvSpPr>
          <p:nvPr>
            <p:ph type="sldNum" sz="quarter"/>
          </p:nvPr>
        </p:nvSpPr>
        <p:spPr>
          <a:xfrm>
            <a:off x="3886200" y="8686800"/>
            <a:ext cx="2970213" cy="455613"/>
          </a:xfrm>
          <a:prstGeom prst="rect">
            <a:avLst/>
          </a:prstGeom>
          <a:noFill/>
          <a:ln w="9525">
            <a:noFill/>
          </a:ln>
        </p:spPr>
        <p:txBody>
          <a:bodyPr lIns="90000" tIns="46800" rIns="90000" bIns="46800" anchor="b" anchorCtr="0"/>
          <a:lstStyle/>
          <a:p>
            <a:pPr lvl="0" algn="r" defTabSz="449580">
              <a:lnSpc>
                <a:spcPct val="100000"/>
              </a:lnSpc>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9A0DB2DC-4C9A-4742-B13C-FB6460FD3503}" type="slidenum">
              <a:rPr lang="en-AU" altLang="x-none" sz="1200" dirty="0">
                <a:solidFill>
                  <a:srgbClr val="000000"/>
                </a:solidFill>
                <a:latin typeface="Times New Roman" panose="02020603050405020304" pitchFamily="18" charset="0"/>
              </a:rPr>
              <a:t>13</a:t>
            </a:fld>
            <a:endParaRPr lang="en-AU" altLang="x-none" sz="1200" dirty="0">
              <a:solidFill>
                <a:srgbClr val="000000"/>
              </a:solidFill>
              <a:latin typeface="Times New Roman" panose="02020603050405020304" pitchFamily="18" charset="0"/>
            </a:endParaRPr>
          </a:p>
        </p:txBody>
      </p:sp>
      <p:sp>
        <p:nvSpPr>
          <p:cNvPr id="92163" name="Rectangle 2"/>
          <p:cNvSpPr>
            <a:spLocks noGrp="1" noRot="1" noChangeAspect="1" noTextEdit="1"/>
          </p:cNvSpPr>
          <p:nvPr>
            <p:ph type="sldImg"/>
          </p:nvPr>
        </p:nvSpPr>
        <p:spPr>
          <a:ln/>
        </p:spPr>
      </p:sp>
      <p:sp>
        <p:nvSpPr>
          <p:cNvPr id="92164" name="Rectangle 3"/>
          <p:cNvSpPr>
            <a:spLocks noGrp="1"/>
          </p:cNvSpPr>
          <p:nvPr>
            <p:ph type="body" idx="1"/>
          </p:nvPr>
        </p:nvSpPr>
        <p:spPr>
          <a:ln/>
        </p:spPr>
        <p:txBody>
          <a:bodyPr wrap="square" lIns="90000" tIns="46800" rIns="90000" bIns="46800" anchor="t" anchorCtr="0"/>
          <a:lstStyle/>
          <a:p>
            <a:pPr lvl="0"/>
            <a:r>
              <a:rPr lang="en-US" altLang="x-none" dirty="0">
                <a:latin typeface="Times-Roman" charset="0"/>
              </a:rPr>
              <a:t>Once public keys have been distributed or have become accessible, secure communication that thwarts eavesdropping, tampering, or both, is possible. However, few users will wish to make exclusive use of public-key encryption for communication because of the relatively slow data rates that can be achieved. Accordingly, public-key encryption provides for the distribution of secret keys to be used for conventional encryption.</a:t>
            </a:r>
            <a:r>
              <a:rPr lang="en-US" altLang="x-none" dirty="0">
                <a:latin typeface="Helvetica" charset="0"/>
              </a:rPr>
              <a:t> </a:t>
            </a:r>
          </a:p>
        </p:txBody>
      </p:sp>
    </p:spTree>
    <p:extLst>
      <p:ext uri="{BB962C8B-B14F-4D97-AF65-F5344CB8AC3E}">
        <p14:creationId xmlns:p14="http://schemas.microsoft.com/office/powerpoint/2010/main" val="18080694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4210" name="Rectangle 7"/>
          <p:cNvSpPr txBox="1">
            <a:spLocks noGrp="1"/>
          </p:cNvSpPr>
          <p:nvPr>
            <p:ph type="sldNum" sz="quarter"/>
          </p:nvPr>
        </p:nvSpPr>
        <p:spPr>
          <a:xfrm>
            <a:off x="3886200" y="8686800"/>
            <a:ext cx="2970213" cy="455613"/>
          </a:xfrm>
          <a:prstGeom prst="rect">
            <a:avLst/>
          </a:prstGeom>
          <a:noFill/>
          <a:ln w="9525">
            <a:noFill/>
          </a:ln>
        </p:spPr>
        <p:txBody>
          <a:bodyPr lIns="90000" tIns="46800" rIns="90000" bIns="46800" anchor="b" anchorCtr="0"/>
          <a:lstStyle/>
          <a:p>
            <a:pPr lvl="0" algn="r" defTabSz="449580">
              <a:lnSpc>
                <a:spcPct val="100000"/>
              </a:lnSpc>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9A0DB2DC-4C9A-4742-B13C-FB6460FD3503}" type="slidenum">
              <a:rPr lang="en-GB" sz="1200" dirty="0">
                <a:solidFill>
                  <a:srgbClr val="000000"/>
                </a:solidFill>
                <a:latin typeface="Times New Roman" panose="02020603050405020304" pitchFamily="18" charset="0"/>
              </a:rPr>
              <a:t>34</a:t>
            </a:fld>
            <a:endParaRPr lang="en-GB" sz="1200" dirty="0">
              <a:solidFill>
                <a:srgbClr val="000000"/>
              </a:solidFill>
              <a:latin typeface="Times New Roman" panose="02020603050405020304" pitchFamily="18" charset="0"/>
            </a:endParaRPr>
          </a:p>
        </p:txBody>
      </p:sp>
      <p:sp>
        <p:nvSpPr>
          <p:cNvPr id="94211" name="Rectangle 1"/>
          <p:cNvSpPr>
            <a:spLocks noGrp="1" noRot="1" noChangeAspect="1" noTextEdit="1"/>
          </p:cNvSpPr>
          <p:nvPr>
            <p:ph type="sldImg"/>
          </p:nvPr>
        </p:nvSpPr>
        <p:spPr>
          <a:xfrm>
            <a:off x="1143000" y="685800"/>
            <a:ext cx="4572000" cy="3429000"/>
          </a:xfrm>
          <a:solidFill>
            <a:srgbClr val="FFFFFF">
              <a:alpha val="100000"/>
            </a:srgbClr>
          </a:solidFill>
          <a:ln/>
        </p:spPr>
      </p:sp>
      <p:sp>
        <p:nvSpPr>
          <p:cNvPr id="94212" name="Rectangle 2"/>
          <p:cNvSpPr>
            <a:spLocks noGrp="1"/>
          </p:cNvSpPr>
          <p:nvPr>
            <p:ph type="body" idx="1"/>
          </p:nvPr>
        </p:nvSpPr>
        <p:spPr>
          <a:xfrm>
            <a:off x="914400" y="4343400"/>
            <a:ext cx="5029200" cy="4208463"/>
          </a:xfrm>
          <a:ln/>
        </p:spPr>
        <p:txBody>
          <a:bodyPr wrap="none" lIns="90000" tIns="46800" rIns="90000" bIns="46800" anchor="ctr" anchorCtr="0"/>
          <a:lstStyle/>
          <a:p>
            <a:pPr lvl="0"/>
            <a:endParaRPr lang="en-US" altLang="x-none" dirty="0"/>
          </a:p>
        </p:txBody>
      </p:sp>
    </p:spTree>
    <p:extLst>
      <p:ext uri="{BB962C8B-B14F-4D97-AF65-F5344CB8AC3E}">
        <p14:creationId xmlns:p14="http://schemas.microsoft.com/office/powerpoint/2010/main" val="24706688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5234" name="Rectangle 7"/>
          <p:cNvSpPr txBox="1">
            <a:spLocks noGrp="1"/>
          </p:cNvSpPr>
          <p:nvPr>
            <p:ph type="sldNum" sz="quarter"/>
          </p:nvPr>
        </p:nvSpPr>
        <p:spPr>
          <a:xfrm>
            <a:off x="3886200" y="8686800"/>
            <a:ext cx="2970213" cy="455613"/>
          </a:xfrm>
          <a:prstGeom prst="rect">
            <a:avLst/>
          </a:prstGeom>
          <a:noFill/>
          <a:ln w="9525">
            <a:noFill/>
          </a:ln>
        </p:spPr>
        <p:txBody>
          <a:bodyPr lIns="90000" tIns="46800" rIns="90000" bIns="46800" anchor="b" anchorCtr="0"/>
          <a:lstStyle/>
          <a:p>
            <a:pPr lvl="0" algn="r" defTabSz="449580">
              <a:lnSpc>
                <a:spcPct val="100000"/>
              </a:lnSpc>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9A0DB2DC-4C9A-4742-B13C-FB6460FD3503}" type="slidenum">
              <a:rPr lang="en-GB" sz="1200" dirty="0">
                <a:solidFill>
                  <a:srgbClr val="000000"/>
                </a:solidFill>
                <a:latin typeface="Times New Roman" panose="02020603050405020304" pitchFamily="18" charset="0"/>
              </a:rPr>
              <a:t>35</a:t>
            </a:fld>
            <a:endParaRPr lang="en-GB" sz="1200" dirty="0">
              <a:solidFill>
                <a:srgbClr val="000000"/>
              </a:solidFill>
              <a:latin typeface="Times New Roman" panose="02020603050405020304" pitchFamily="18" charset="0"/>
            </a:endParaRPr>
          </a:p>
        </p:txBody>
      </p:sp>
      <p:sp>
        <p:nvSpPr>
          <p:cNvPr id="95235" name="Rectangle 1"/>
          <p:cNvSpPr>
            <a:spLocks noGrp="1" noRot="1" noChangeAspect="1" noTextEdit="1"/>
          </p:cNvSpPr>
          <p:nvPr>
            <p:ph type="sldImg"/>
          </p:nvPr>
        </p:nvSpPr>
        <p:spPr>
          <a:xfrm>
            <a:off x="1143000" y="685800"/>
            <a:ext cx="4572000" cy="3429000"/>
          </a:xfrm>
          <a:solidFill>
            <a:srgbClr val="FFFFFF">
              <a:alpha val="100000"/>
            </a:srgbClr>
          </a:solidFill>
          <a:ln/>
        </p:spPr>
      </p:sp>
      <p:sp>
        <p:nvSpPr>
          <p:cNvPr id="95236" name="Rectangle 2"/>
          <p:cNvSpPr>
            <a:spLocks noGrp="1"/>
          </p:cNvSpPr>
          <p:nvPr>
            <p:ph type="body" idx="1"/>
          </p:nvPr>
        </p:nvSpPr>
        <p:spPr>
          <a:xfrm>
            <a:off x="914400" y="4343400"/>
            <a:ext cx="5029200" cy="4208463"/>
          </a:xfrm>
          <a:ln/>
        </p:spPr>
        <p:txBody>
          <a:bodyPr wrap="none" lIns="90000" tIns="46800" rIns="90000" bIns="46800" anchor="ctr" anchorCtr="0"/>
          <a:lstStyle/>
          <a:p>
            <a:pPr lvl="0"/>
            <a:endParaRPr lang="en-US" altLang="x-none" dirty="0"/>
          </a:p>
        </p:txBody>
      </p:sp>
    </p:spTree>
    <p:extLst>
      <p:ext uri="{BB962C8B-B14F-4D97-AF65-F5344CB8AC3E}">
        <p14:creationId xmlns:p14="http://schemas.microsoft.com/office/powerpoint/2010/main" val="13459061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1031"/>
          <p:cNvSpPr txBox="1">
            <a:spLocks noGrp="1"/>
          </p:cNvSpPr>
          <p:nvPr>
            <p:ph type="sldNum" sz="quarter"/>
          </p:nvPr>
        </p:nvSpPr>
        <p:spPr>
          <a:xfrm>
            <a:off x="3886200" y="8686800"/>
            <a:ext cx="2970213" cy="455613"/>
          </a:xfrm>
          <a:prstGeom prst="rect">
            <a:avLst/>
          </a:prstGeom>
          <a:noFill/>
          <a:ln w="9525">
            <a:noFill/>
          </a:ln>
        </p:spPr>
        <p:txBody>
          <a:bodyPr lIns="90000" tIns="46800" rIns="90000" bIns="46800" anchor="b" anchorCtr="0"/>
          <a:lstStyle/>
          <a:p>
            <a:pPr lvl="0" algn="r" defTabSz="449580">
              <a:lnSpc>
                <a:spcPct val="100000"/>
              </a:lnSpc>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9A0DB2DC-4C9A-4742-B13C-FB6460FD3503}" type="slidenum">
              <a:rPr lang="en-AU" altLang="x-none" sz="1200" dirty="0">
                <a:solidFill>
                  <a:srgbClr val="000000"/>
                </a:solidFill>
                <a:latin typeface="Times New Roman" panose="02020603050405020304" pitchFamily="18" charset="0"/>
              </a:rPr>
              <a:t>36</a:t>
            </a:fld>
            <a:endParaRPr lang="en-AU" altLang="x-none" sz="1200" dirty="0">
              <a:solidFill>
                <a:srgbClr val="000000"/>
              </a:solidFill>
              <a:latin typeface="Times New Roman" panose="02020603050405020304" pitchFamily="18" charset="0"/>
            </a:endParaRPr>
          </a:p>
        </p:txBody>
      </p:sp>
      <p:sp>
        <p:nvSpPr>
          <p:cNvPr id="96259" name="Rectangle 2"/>
          <p:cNvSpPr>
            <a:spLocks noGrp="1" noRot="1" noChangeAspect="1" noTextEdit="1"/>
          </p:cNvSpPr>
          <p:nvPr>
            <p:ph type="sldImg"/>
          </p:nvPr>
        </p:nvSpPr>
        <p:spPr>
          <a:ln/>
        </p:spPr>
      </p:sp>
      <p:sp>
        <p:nvSpPr>
          <p:cNvPr id="96260" name="Rectangle 3"/>
          <p:cNvSpPr>
            <a:spLocks noGrp="1"/>
          </p:cNvSpPr>
          <p:nvPr>
            <p:ph type="body" idx="1"/>
          </p:nvPr>
        </p:nvSpPr>
        <p:spPr>
          <a:xfrm>
            <a:off x="685800" y="4343400"/>
            <a:ext cx="5486400" cy="4341813"/>
          </a:xfrm>
          <a:ln/>
        </p:spPr>
        <p:txBody>
          <a:bodyPr wrap="square" lIns="90000" tIns="46800" rIns="90000" bIns="46800" anchor="t" anchorCtr="0"/>
          <a:lstStyle/>
          <a:p>
            <a:pPr lvl="0" eaLnBrk="1" hangingPunct="1"/>
            <a:r>
              <a:rPr lang="en-US" altLang="x-none" dirty="0">
                <a:latin typeface="Arial" panose="020B0604020202020204" pitchFamily="34" charset="0"/>
                <a:ea typeface="MS PGothic" panose="020B0600070205080204" pitchFamily="34" charset="-128"/>
              </a:rPr>
              <a:t>In a more open environment, in which network connections to other machines are supported, an approach that requires the user to prove his or her identity for each service invoked, and also require that servers prove their identity to clients, is needed to protect user information and resources housed at the server. Kerberos supports this approach, and assumes a distributed client/server architecture that employs one or more Kerberos servers to provide an authentication service. The first published report on Kerberos [STEI88] listed the following requirements: </a:t>
            </a:r>
          </a:p>
          <a:p>
            <a:pPr lvl="0" eaLnBrk="1" hangingPunct="1"/>
            <a:r>
              <a:rPr lang="en-US" altLang="x-none" dirty="0">
                <a:latin typeface="Arial" panose="020B0604020202020204" pitchFamily="34" charset="0"/>
                <a:ea typeface="MS PGothic" panose="020B0600070205080204" pitchFamily="34" charset="-128"/>
              </a:rPr>
              <a:t>• </a:t>
            </a:r>
            <a:r>
              <a:rPr lang="en-US" altLang="x-none" b="1" dirty="0">
                <a:latin typeface="Arial" panose="020B0604020202020204" pitchFamily="34" charset="0"/>
                <a:ea typeface="MS PGothic" panose="020B0600070205080204" pitchFamily="34" charset="-128"/>
              </a:rPr>
              <a:t>Secure: </a:t>
            </a:r>
            <a:r>
              <a:rPr lang="en-US" altLang="x-none" dirty="0">
                <a:latin typeface="Arial" panose="020B0604020202020204" pitchFamily="34" charset="0"/>
                <a:ea typeface="MS PGothic" panose="020B0600070205080204" pitchFamily="34" charset="-128"/>
              </a:rPr>
              <a:t>A network eavesdropper should not be able to obtain the necessary information to impersonate a user. More generally, Kerberos should be strong enough that a potential opponent does not find it to be the weak link. </a:t>
            </a:r>
          </a:p>
          <a:p>
            <a:pPr lvl="0" eaLnBrk="1" hangingPunct="1"/>
            <a:r>
              <a:rPr lang="en-US" altLang="x-none" dirty="0">
                <a:latin typeface="Arial" panose="020B0604020202020204" pitchFamily="34" charset="0"/>
                <a:ea typeface="MS PGothic" panose="020B0600070205080204" pitchFamily="34" charset="-128"/>
              </a:rPr>
              <a:t>• </a:t>
            </a:r>
            <a:r>
              <a:rPr lang="en-US" altLang="x-none" b="1" dirty="0">
                <a:latin typeface="Arial" panose="020B0604020202020204" pitchFamily="34" charset="0"/>
                <a:ea typeface="MS PGothic" panose="020B0600070205080204" pitchFamily="34" charset="-128"/>
              </a:rPr>
              <a:t>Reliable</a:t>
            </a:r>
            <a:r>
              <a:rPr lang="en-US" altLang="x-none" dirty="0">
                <a:latin typeface="Arial" panose="020B0604020202020204" pitchFamily="34" charset="0"/>
                <a:ea typeface="MS PGothic" panose="020B0600070205080204" pitchFamily="34" charset="-128"/>
              </a:rPr>
              <a:t>: For all services that rely on Kerberos for access control, lack of availability of the Kerberos service means lack of availability of the supported services. Hence, Kerberos should be highly reliable and should employ a distributed server architecture, with one system able to back up another. </a:t>
            </a:r>
          </a:p>
          <a:p>
            <a:pPr lvl="0" eaLnBrk="1" hangingPunct="1"/>
            <a:r>
              <a:rPr lang="en-US" altLang="x-none" dirty="0">
                <a:latin typeface="Arial" panose="020B0604020202020204" pitchFamily="34" charset="0"/>
                <a:ea typeface="MS PGothic" panose="020B0600070205080204" pitchFamily="34" charset="-128"/>
              </a:rPr>
              <a:t>• </a:t>
            </a:r>
            <a:r>
              <a:rPr lang="en-US" altLang="x-none" b="1" dirty="0">
                <a:latin typeface="Arial" panose="020B0604020202020204" pitchFamily="34" charset="0"/>
                <a:ea typeface="MS PGothic" panose="020B0600070205080204" pitchFamily="34" charset="-128"/>
              </a:rPr>
              <a:t>Transparent</a:t>
            </a:r>
            <a:r>
              <a:rPr lang="en-US" altLang="x-none" dirty="0">
                <a:latin typeface="Arial" panose="020B0604020202020204" pitchFamily="34" charset="0"/>
                <a:ea typeface="MS PGothic" panose="020B0600070205080204" pitchFamily="34" charset="-128"/>
              </a:rPr>
              <a:t>: Ideally, the user should not be aware that authentication is taking place, beyond the requirement to enter a password.</a:t>
            </a:r>
          </a:p>
          <a:p>
            <a:pPr lvl="0" eaLnBrk="1" hangingPunct="1"/>
            <a:r>
              <a:rPr lang="en-US" altLang="x-none" dirty="0">
                <a:latin typeface="Arial" panose="020B0604020202020204" pitchFamily="34" charset="0"/>
                <a:ea typeface="MS PGothic" panose="020B0600070205080204" pitchFamily="34" charset="-128"/>
              </a:rPr>
              <a:t>• </a:t>
            </a:r>
            <a:r>
              <a:rPr lang="en-US" altLang="x-none" b="1" dirty="0">
                <a:latin typeface="Arial" panose="020B0604020202020204" pitchFamily="34" charset="0"/>
                <a:ea typeface="MS PGothic" panose="020B0600070205080204" pitchFamily="34" charset="-128"/>
              </a:rPr>
              <a:t>Scalable</a:t>
            </a:r>
            <a:r>
              <a:rPr lang="en-US" altLang="x-none" dirty="0">
                <a:latin typeface="Arial" panose="020B0604020202020204" pitchFamily="34" charset="0"/>
                <a:ea typeface="MS PGothic" panose="020B0600070205080204" pitchFamily="34" charset="-128"/>
              </a:rPr>
              <a:t>: The system should be capable of supporting large numbers of clients and servers. This suggests a modular, distributed architecture. </a:t>
            </a:r>
          </a:p>
          <a:p>
            <a:pPr lvl="0" eaLnBrk="1" hangingPunct="1"/>
            <a:r>
              <a:rPr lang="en-US" altLang="x-none" dirty="0">
                <a:latin typeface="Arial" panose="020B0604020202020204" pitchFamily="34" charset="0"/>
                <a:ea typeface="MS PGothic" panose="020B0600070205080204" pitchFamily="34" charset="-128"/>
              </a:rPr>
              <a:t>To support these requirements, Kerberos is a trusted third-party authentication service that uses a protocol based on that proposed by Needham and Schroeder which was discussed earlier in this chapter. </a:t>
            </a:r>
          </a:p>
        </p:txBody>
      </p:sp>
    </p:spTree>
    <p:extLst>
      <p:ext uri="{BB962C8B-B14F-4D97-AF65-F5344CB8AC3E}">
        <p14:creationId xmlns:p14="http://schemas.microsoft.com/office/powerpoint/2010/main" val="14156355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7282" name="Rectangle 7"/>
          <p:cNvSpPr txBox="1">
            <a:spLocks noGrp="1"/>
          </p:cNvSpPr>
          <p:nvPr>
            <p:ph type="sldNum" sz="quarter"/>
          </p:nvPr>
        </p:nvSpPr>
        <p:spPr>
          <a:xfrm>
            <a:off x="3886200" y="8686800"/>
            <a:ext cx="2970213" cy="455613"/>
          </a:xfrm>
          <a:prstGeom prst="rect">
            <a:avLst/>
          </a:prstGeom>
          <a:noFill/>
          <a:ln w="9525">
            <a:noFill/>
          </a:ln>
        </p:spPr>
        <p:txBody>
          <a:bodyPr lIns="90000" tIns="46800" rIns="90000" bIns="46800" anchor="b" anchorCtr="0"/>
          <a:lstStyle/>
          <a:p>
            <a:pPr lvl="0" algn="r" defTabSz="449580">
              <a:lnSpc>
                <a:spcPct val="100000"/>
              </a:lnSpc>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9A0DB2DC-4C9A-4742-B13C-FB6460FD3503}" type="slidenum">
              <a:rPr lang="en-GB" sz="1200" dirty="0">
                <a:solidFill>
                  <a:srgbClr val="000000"/>
                </a:solidFill>
                <a:latin typeface="Times New Roman" panose="02020603050405020304" pitchFamily="18" charset="0"/>
              </a:rPr>
              <a:t>37</a:t>
            </a:fld>
            <a:endParaRPr lang="en-GB" sz="1200" dirty="0">
              <a:solidFill>
                <a:srgbClr val="000000"/>
              </a:solidFill>
              <a:latin typeface="Times New Roman" panose="02020603050405020304" pitchFamily="18" charset="0"/>
            </a:endParaRPr>
          </a:p>
        </p:txBody>
      </p:sp>
      <p:sp>
        <p:nvSpPr>
          <p:cNvPr id="97283" name="Rectangle 1"/>
          <p:cNvSpPr>
            <a:spLocks noGrp="1" noRot="1" noChangeAspect="1" noTextEdit="1"/>
          </p:cNvSpPr>
          <p:nvPr>
            <p:ph type="sldImg"/>
          </p:nvPr>
        </p:nvSpPr>
        <p:spPr>
          <a:xfrm>
            <a:off x="1143000" y="685800"/>
            <a:ext cx="4572000" cy="3429000"/>
          </a:xfrm>
          <a:solidFill>
            <a:srgbClr val="FFFFFF">
              <a:alpha val="100000"/>
            </a:srgbClr>
          </a:solidFill>
          <a:ln/>
        </p:spPr>
      </p:sp>
      <p:sp>
        <p:nvSpPr>
          <p:cNvPr id="97284" name="Rectangle 2"/>
          <p:cNvSpPr>
            <a:spLocks noGrp="1"/>
          </p:cNvSpPr>
          <p:nvPr>
            <p:ph type="body" idx="1"/>
          </p:nvPr>
        </p:nvSpPr>
        <p:spPr>
          <a:xfrm>
            <a:off x="914400" y="4343400"/>
            <a:ext cx="5029200" cy="4208463"/>
          </a:xfrm>
          <a:ln/>
        </p:spPr>
        <p:txBody>
          <a:bodyPr wrap="none" lIns="90000" tIns="46800" rIns="90000" bIns="46800" anchor="ctr" anchorCtr="0"/>
          <a:lstStyle/>
          <a:p>
            <a:pPr lvl="0"/>
            <a:endParaRPr lang="en-US" altLang="x-none" dirty="0"/>
          </a:p>
        </p:txBody>
      </p:sp>
    </p:spTree>
    <p:extLst>
      <p:ext uri="{BB962C8B-B14F-4D97-AF65-F5344CB8AC3E}">
        <p14:creationId xmlns:p14="http://schemas.microsoft.com/office/powerpoint/2010/main" val="21229372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8306" name="Rectangle 7"/>
          <p:cNvSpPr txBox="1">
            <a:spLocks noGrp="1"/>
          </p:cNvSpPr>
          <p:nvPr>
            <p:ph type="sldNum" sz="quarter"/>
          </p:nvPr>
        </p:nvSpPr>
        <p:spPr>
          <a:xfrm>
            <a:off x="3886200" y="8686800"/>
            <a:ext cx="2970213" cy="455613"/>
          </a:xfrm>
          <a:prstGeom prst="rect">
            <a:avLst/>
          </a:prstGeom>
          <a:noFill/>
          <a:ln w="9525">
            <a:noFill/>
          </a:ln>
        </p:spPr>
        <p:txBody>
          <a:bodyPr lIns="90000" tIns="46800" rIns="90000" bIns="46800" anchor="b" anchorCtr="0"/>
          <a:lstStyle/>
          <a:p>
            <a:pPr lvl="0" algn="r" defTabSz="449580">
              <a:lnSpc>
                <a:spcPct val="100000"/>
              </a:lnSpc>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9A0DB2DC-4C9A-4742-B13C-FB6460FD3503}" type="slidenum">
              <a:rPr lang="en-GB" sz="1200" dirty="0">
                <a:solidFill>
                  <a:srgbClr val="000000"/>
                </a:solidFill>
                <a:latin typeface="Times New Roman" panose="02020603050405020304" pitchFamily="18" charset="0"/>
              </a:rPr>
              <a:t>38</a:t>
            </a:fld>
            <a:endParaRPr lang="en-GB" sz="1200" dirty="0">
              <a:solidFill>
                <a:srgbClr val="000000"/>
              </a:solidFill>
              <a:latin typeface="Times New Roman" panose="02020603050405020304" pitchFamily="18" charset="0"/>
            </a:endParaRPr>
          </a:p>
        </p:txBody>
      </p:sp>
      <p:sp>
        <p:nvSpPr>
          <p:cNvPr id="98307" name="Rectangle 1"/>
          <p:cNvSpPr>
            <a:spLocks noGrp="1" noRot="1" noChangeAspect="1" noTextEdit="1"/>
          </p:cNvSpPr>
          <p:nvPr>
            <p:ph type="sldImg"/>
          </p:nvPr>
        </p:nvSpPr>
        <p:spPr>
          <a:xfrm>
            <a:off x="1143000" y="685800"/>
            <a:ext cx="4572000" cy="3429000"/>
          </a:xfrm>
          <a:solidFill>
            <a:srgbClr val="FFFFFF">
              <a:alpha val="100000"/>
            </a:srgbClr>
          </a:solidFill>
          <a:ln/>
        </p:spPr>
      </p:sp>
      <p:sp>
        <p:nvSpPr>
          <p:cNvPr id="98308" name="Rectangle 2"/>
          <p:cNvSpPr>
            <a:spLocks noGrp="1"/>
          </p:cNvSpPr>
          <p:nvPr>
            <p:ph type="body" idx="1"/>
          </p:nvPr>
        </p:nvSpPr>
        <p:spPr>
          <a:xfrm>
            <a:off x="914400" y="4343400"/>
            <a:ext cx="5029200" cy="4208463"/>
          </a:xfrm>
          <a:ln/>
        </p:spPr>
        <p:txBody>
          <a:bodyPr wrap="none" lIns="90000" tIns="46800" rIns="90000" bIns="46800" anchor="ctr" anchorCtr="0"/>
          <a:lstStyle/>
          <a:p>
            <a:pPr lvl="0"/>
            <a:endParaRPr lang="en-US" altLang="x-none" dirty="0"/>
          </a:p>
        </p:txBody>
      </p:sp>
    </p:spTree>
    <p:extLst>
      <p:ext uri="{BB962C8B-B14F-4D97-AF65-F5344CB8AC3E}">
        <p14:creationId xmlns:p14="http://schemas.microsoft.com/office/powerpoint/2010/main" val="40594069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9330" name="Rectangle 7"/>
          <p:cNvSpPr txBox="1">
            <a:spLocks noGrp="1"/>
          </p:cNvSpPr>
          <p:nvPr>
            <p:ph type="sldNum" sz="quarter"/>
          </p:nvPr>
        </p:nvSpPr>
        <p:spPr>
          <a:xfrm>
            <a:off x="3886200" y="8686800"/>
            <a:ext cx="2970213" cy="455613"/>
          </a:xfrm>
          <a:prstGeom prst="rect">
            <a:avLst/>
          </a:prstGeom>
          <a:noFill/>
          <a:ln w="9525">
            <a:noFill/>
          </a:ln>
        </p:spPr>
        <p:txBody>
          <a:bodyPr lIns="90000" tIns="46800" rIns="90000" bIns="46800" anchor="b" anchorCtr="0"/>
          <a:lstStyle/>
          <a:p>
            <a:pPr lvl="0" algn="r" defTabSz="449580">
              <a:lnSpc>
                <a:spcPct val="100000"/>
              </a:lnSpc>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9A0DB2DC-4C9A-4742-B13C-FB6460FD3503}" type="slidenum">
              <a:rPr lang="en-GB" sz="1200" dirty="0">
                <a:solidFill>
                  <a:srgbClr val="000000"/>
                </a:solidFill>
                <a:latin typeface="Times New Roman" panose="02020603050405020304" pitchFamily="18" charset="0"/>
              </a:rPr>
              <a:t>39</a:t>
            </a:fld>
            <a:endParaRPr lang="en-GB" sz="1200" dirty="0">
              <a:solidFill>
                <a:srgbClr val="000000"/>
              </a:solidFill>
              <a:latin typeface="Times New Roman" panose="02020603050405020304" pitchFamily="18" charset="0"/>
            </a:endParaRPr>
          </a:p>
        </p:txBody>
      </p:sp>
      <p:sp>
        <p:nvSpPr>
          <p:cNvPr id="99331" name="Rectangle 1"/>
          <p:cNvSpPr>
            <a:spLocks noGrp="1" noRot="1" noChangeAspect="1" noTextEdit="1"/>
          </p:cNvSpPr>
          <p:nvPr>
            <p:ph type="sldImg"/>
          </p:nvPr>
        </p:nvSpPr>
        <p:spPr>
          <a:xfrm>
            <a:off x="1143000" y="685800"/>
            <a:ext cx="4572000" cy="3429000"/>
          </a:xfrm>
          <a:solidFill>
            <a:srgbClr val="FFFFFF">
              <a:alpha val="100000"/>
            </a:srgbClr>
          </a:solidFill>
          <a:ln/>
        </p:spPr>
      </p:sp>
      <p:sp>
        <p:nvSpPr>
          <p:cNvPr id="99332" name="Rectangle 2"/>
          <p:cNvSpPr>
            <a:spLocks noGrp="1"/>
          </p:cNvSpPr>
          <p:nvPr>
            <p:ph type="body" idx="1"/>
          </p:nvPr>
        </p:nvSpPr>
        <p:spPr>
          <a:xfrm>
            <a:off x="914400" y="4343400"/>
            <a:ext cx="5029200" cy="4208463"/>
          </a:xfrm>
          <a:ln/>
        </p:spPr>
        <p:txBody>
          <a:bodyPr wrap="none" lIns="90000" tIns="46800" rIns="90000" bIns="46800" anchor="ctr" anchorCtr="0"/>
          <a:lstStyle/>
          <a:p>
            <a:pPr lvl="0"/>
            <a:endParaRPr lang="en-US" altLang="x-none" dirty="0"/>
          </a:p>
        </p:txBody>
      </p:sp>
    </p:spTree>
    <p:extLst>
      <p:ext uri="{BB962C8B-B14F-4D97-AF65-F5344CB8AC3E}">
        <p14:creationId xmlns:p14="http://schemas.microsoft.com/office/powerpoint/2010/main" val="13561987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1031"/>
          <p:cNvSpPr txBox="1">
            <a:spLocks noGrp="1"/>
          </p:cNvSpPr>
          <p:nvPr>
            <p:ph type="sldNum" sz="quarter"/>
          </p:nvPr>
        </p:nvSpPr>
        <p:spPr>
          <a:xfrm>
            <a:off x="3886200" y="8686800"/>
            <a:ext cx="2970213" cy="455613"/>
          </a:xfrm>
          <a:prstGeom prst="rect">
            <a:avLst/>
          </a:prstGeom>
          <a:noFill/>
          <a:ln w="9525">
            <a:noFill/>
          </a:ln>
        </p:spPr>
        <p:txBody>
          <a:bodyPr lIns="90000" tIns="46800" rIns="90000" bIns="46800" anchor="b" anchorCtr="0"/>
          <a:lstStyle/>
          <a:p>
            <a:pPr lvl="0" algn="r" defTabSz="449580">
              <a:lnSpc>
                <a:spcPct val="100000"/>
              </a:lnSpc>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9A0DB2DC-4C9A-4742-B13C-FB6460FD3503}" type="slidenum">
              <a:rPr lang="en-AU" altLang="x-none" sz="1200" dirty="0">
                <a:solidFill>
                  <a:srgbClr val="000000"/>
                </a:solidFill>
                <a:latin typeface="Times New Roman" panose="02020603050405020304" pitchFamily="18" charset="0"/>
              </a:rPr>
              <a:t>40</a:t>
            </a:fld>
            <a:endParaRPr lang="en-AU" altLang="x-none" sz="1200" dirty="0">
              <a:solidFill>
                <a:srgbClr val="000000"/>
              </a:solidFill>
              <a:latin typeface="Times New Roman" panose="02020603050405020304" pitchFamily="18" charset="0"/>
            </a:endParaRPr>
          </a:p>
        </p:txBody>
      </p:sp>
      <p:sp>
        <p:nvSpPr>
          <p:cNvPr id="100355" name="Rectangle 2"/>
          <p:cNvSpPr>
            <a:spLocks noGrp="1" noRot="1" noChangeAspect="1" noTextEdit="1"/>
          </p:cNvSpPr>
          <p:nvPr>
            <p:ph type="sldImg"/>
          </p:nvPr>
        </p:nvSpPr>
        <p:spPr>
          <a:ln/>
        </p:spPr>
      </p:sp>
      <p:sp>
        <p:nvSpPr>
          <p:cNvPr id="100356" name="Rectangle 3"/>
          <p:cNvSpPr>
            <a:spLocks noGrp="1"/>
          </p:cNvSpPr>
          <p:nvPr>
            <p:ph type="body" idx="1"/>
          </p:nvPr>
        </p:nvSpPr>
        <p:spPr>
          <a:ln/>
        </p:spPr>
        <p:txBody>
          <a:bodyPr wrap="square" lIns="90000" tIns="46800" rIns="90000" bIns="46800" anchor="t" anchorCtr="0"/>
          <a:lstStyle/>
          <a:p>
            <a:pPr lvl="0" eaLnBrk="1" hangingPunct="1"/>
            <a:r>
              <a:rPr lang="en-US" altLang="x-none" dirty="0">
                <a:latin typeface="Arial" panose="020B0604020202020204" pitchFamily="34" charset="0"/>
                <a:ea typeface="MS PGothic" panose="020B0600070205080204" pitchFamily="34" charset="-128"/>
              </a:rPr>
              <a:t>The core of Kerberos is the Authentication and Ticket Granting Servers – these are trusted by all users and servers and must be securely administered. The protocol includes a sequence of interactions between the client, AS, TGT and desired server. Version 4 of Kerberos makes use of DES, in a rather elaborate protocol, to provide the authentication service. Viewing the protocol as a whole, it can be difficult to see the need for the many elements contained therein. The text contains more detailed discussion about the development of and need for the components of the final v4 protocol.</a:t>
            </a:r>
            <a:endParaRPr lang="en-AU" altLang="x-none" dirty="0">
              <a:latin typeface="Arial" panose="020B0604020202020204" pitchFamily="34" charset="0"/>
              <a:ea typeface="MS PGothic" panose="020B0600070205080204" pitchFamily="34" charset="-128"/>
            </a:endParaRPr>
          </a:p>
        </p:txBody>
      </p:sp>
    </p:spTree>
    <p:extLst>
      <p:ext uri="{BB962C8B-B14F-4D97-AF65-F5344CB8AC3E}">
        <p14:creationId xmlns:p14="http://schemas.microsoft.com/office/powerpoint/2010/main" val="149342364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378" name="Rectangle 7"/>
          <p:cNvSpPr txBox="1">
            <a:spLocks noGrp="1"/>
          </p:cNvSpPr>
          <p:nvPr>
            <p:ph type="sldNum" sz="quarter"/>
          </p:nvPr>
        </p:nvSpPr>
        <p:spPr>
          <a:xfrm>
            <a:off x="3886200" y="8686800"/>
            <a:ext cx="2970213" cy="455613"/>
          </a:xfrm>
          <a:prstGeom prst="rect">
            <a:avLst/>
          </a:prstGeom>
          <a:noFill/>
          <a:ln w="9525">
            <a:noFill/>
          </a:ln>
        </p:spPr>
        <p:txBody>
          <a:bodyPr lIns="90000" tIns="46800" rIns="90000" bIns="46800" anchor="b" anchorCtr="0"/>
          <a:lstStyle/>
          <a:p>
            <a:pPr lvl="0" algn="r" defTabSz="449580">
              <a:lnSpc>
                <a:spcPct val="100000"/>
              </a:lnSpc>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9A0DB2DC-4C9A-4742-B13C-FB6460FD3503}" type="slidenum">
              <a:rPr lang="en-GB" sz="1200" dirty="0">
                <a:solidFill>
                  <a:srgbClr val="000000"/>
                </a:solidFill>
                <a:latin typeface="Times New Roman" panose="02020603050405020304" pitchFamily="18" charset="0"/>
              </a:rPr>
              <a:t>43</a:t>
            </a:fld>
            <a:endParaRPr lang="en-GB" sz="1200" dirty="0">
              <a:solidFill>
                <a:srgbClr val="000000"/>
              </a:solidFill>
              <a:latin typeface="Times New Roman" panose="02020603050405020304" pitchFamily="18" charset="0"/>
            </a:endParaRPr>
          </a:p>
        </p:txBody>
      </p:sp>
      <p:sp>
        <p:nvSpPr>
          <p:cNvPr id="101379" name="Rectangle 1"/>
          <p:cNvSpPr>
            <a:spLocks noGrp="1" noRot="1" noChangeAspect="1" noTextEdit="1"/>
          </p:cNvSpPr>
          <p:nvPr>
            <p:ph type="sldImg"/>
          </p:nvPr>
        </p:nvSpPr>
        <p:spPr>
          <a:xfrm>
            <a:off x="1143000" y="685800"/>
            <a:ext cx="4572000" cy="3429000"/>
          </a:xfrm>
          <a:solidFill>
            <a:srgbClr val="FFFFFF">
              <a:alpha val="100000"/>
            </a:srgbClr>
          </a:solidFill>
          <a:ln/>
        </p:spPr>
      </p:sp>
      <p:sp>
        <p:nvSpPr>
          <p:cNvPr id="101380" name="Rectangle 2"/>
          <p:cNvSpPr>
            <a:spLocks noGrp="1"/>
          </p:cNvSpPr>
          <p:nvPr>
            <p:ph type="body" idx="1"/>
          </p:nvPr>
        </p:nvSpPr>
        <p:spPr>
          <a:xfrm>
            <a:off x="914400" y="4343400"/>
            <a:ext cx="5029200" cy="4208463"/>
          </a:xfrm>
          <a:ln/>
        </p:spPr>
        <p:txBody>
          <a:bodyPr wrap="none" lIns="90000" tIns="46800" rIns="90000" bIns="46800" anchor="ctr" anchorCtr="0"/>
          <a:lstStyle/>
          <a:p>
            <a:pPr lvl="0"/>
            <a:endParaRPr lang="en-US" altLang="x-none" dirty="0"/>
          </a:p>
        </p:txBody>
      </p:sp>
    </p:spTree>
    <p:extLst>
      <p:ext uri="{BB962C8B-B14F-4D97-AF65-F5344CB8AC3E}">
        <p14:creationId xmlns:p14="http://schemas.microsoft.com/office/powerpoint/2010/main" val="348983749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402" name="Rectangle 7"/>
          <p:cNvSpPr txBox="1">
            <a:spLocks noGrp="1"/>
          </p:cNvSpPr>
          <p:nvPr>
            <p:ph type="sldNum" sz="quarter"/>
          </p:nvPr>
        </p:nvSpPr>
        <p:spPr>
          <a:xfrm>
            <a:off x="3886200" y="8686800"/>
            <a:ext cx="2970213" cy="455613"/>
          </a:xfrm>
          <a:prstGeom prst="rect">
            <a:avLst/>
          </a:prstGeom>
          <a:noFill/>
          <a:ln w="9525">
            <a:noFill/>
          </a:ln>
        </p:spPr>
        <p:txBody>
          <a:bodyPr lIns="90000" tIns="46800" rIns="90000" bIns="46800" anchor="b" anchorCtr="0"/>
          <a:lstStyle/>
          <a:p>
            <a:pPr lvl="0" algn="r" defTabSz="449580">
              <a:lnSpc>
                <a:spcPct val="100000"/>
              </a:lnSpc>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9A0DB2DC-4C9A-4742-B13C-FB6460FD3503}" type="slidenum">
              <a:rPr lang="en-GB" sz="1200" dirty="0">
                <a:solidFill>
                  <a:srgbClr val="000000"/>
                </a:solidFill>
                <a:latin typeface="Times New Roman" panose="02020603050405020304" pitchFamily="18" charset="0"/>
              </a:rPr>
              <a:t>44</a:t>
            </a:fld>
            <a:endParaRPr lang="en-GB" sz="1200" dirty="0">
              <a:solidFill>
                <a:srgbClr val="000000"/>
              </a:solidFill>
              <a:latin typeface="Times New Roman" panose="02020603050405020304" pitchFamily="18" charset="0"/>
            </a:endParaRPr>
          </a:p>
        </p:txBody>
      </p:sp>
      <p:sp>
        <p:nvSpPr>
          <p:cNvPr id="102403" name="Rectangle 1"/>
          <p:cNvSpPr>
            <a:spLocks noGrp="1" noRot="1" noChangeAspect="1" noTextEdit="1"/>
          </p:cNvSpPr>
          <p:nvPr>
            <p:ph type="sldImg"/>
          </p:nvPr>
        </p:nvSpPr>
        <p:spPr>
          <a:xfrm>
            <a:off x="1143000" y="685800"/>
            <a:ext cx="4572000" cy="3429000"/>
          </a:xfrm>
          <a:solidFill>
            <a:srgbClr val="FFFFFF">
              <a:alpha val="100000"/>
            </a:srgbClr>
          </a:solidFill>
          <a:ln/>
        </p:spPr>
      </p:sp>
      <p:sp>
        <p:nvSpPr>
          <p:cNvPr id="102404" name="Rectangle 2"/>
          <p:cNvSpPr>
            <a:spLocks noGrp="1"/>
          </p:cNvSpPr>
          <p:nvPr>
            <p:ph type="body" idx="1"/>
          </p:nvPr>
        </p:nvSpPr>
        <p:spPr>
          <a:xfrm>
            <a:off x="914400" y="4343400"/>
            <a:ext cx="5029200" cy="4208463"/>
          </a:xfrm>
          <a:ln/>
        </p:spPr>
        <p:txBody>
          <a:bodyPr wrap="none" lIns="90000" tIns="46800" rIns="90000" bIns="46800" anchor="ctr" anchorCtr="0"/>
          <a:lstStyle/>
          <a:p>
            <a:pPr lvl="0"/>
            <a:endParaRPr lang="en-US" altLang="x-none" dirty="0"/>
          </a:p>
        </p:txBody>
      </p:sp>
    </p:spTree>
    <p:extLst>
      <p:ext uri="{BB962C8B-B14F-4D97-AF65-F5344CB8AC3E}">
        <p14:creationId xmlns:p14="http://schemas.microsoft.com/office/powerpoint/2010/main" val="249055092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3426" name="Rectangle 7"/>
          <p:cNvSpPr txBox="1">
            <a:spLocks noGrp="1"/>
          </p:cNvSpPr>
          <p:nvPr>
            <p:ph type="sldNum" sz="quarter"/>
          </p:nvPr>
        </p:nvSpPr>
        <p:spPr>
          <a:xfrm>
            <a:off x="3886200" y="8686800"/>
            <a:ext cx="2970213" cy="455613"/>
          </a:xfrm>
          <a:prstGeom prst="rect">
            <a:avLst/>
          </a:prstGeom>
          <a:noFill/>
          <a:ln w="9525">
            <a:noFill/>
          </a:ln>
        </p:spPr>
        <p:txBody>
          <a:bodyPr lIns="90000" tIns="46800" rIns="90000" bIns="46800" anchor="b" anchorCtr="0"/>
          <a:lstStyle/>
          <a:p>
            <a:pPr lvl="0" algn="r" defTabSz="449580">
              <a:lnSpc>
                <a:spcPct val="100000"/>
              </a:lnSpc>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9A0DB2DC-4C9A-4742-B13C-FB6460FD3503}" type="slidenum">
              <a:rPr lang="en-GB" sz="1200" dirty="0">
                <a:solidFill>
                  <a:srgbClr val="000000"/>
                </a:solidFill>
                <a:latin typeface="Times New Roman" panose="02020603050405020304" pitchFamily="18" charset="0"/>
              </a:rPr>
              <a:t>45</a:t>
            </a:fld>
            <a:endParaRPr lang="en-GB" sz="1200" dirty="0">
              <a:solidFill>
                <a:srgbClr val="000000"/>
              </a:solidFill>
              <a:latin typeface="Times New Roman" panose="02020603050405020304" pitchFamily="18" charset="0"/>
            </a:endParaRPr>
          </a:p>
        </p:txBody>
      </p:sp>
      <p:sp>
        <p:nvSpPr>
          <p:cNvPr id="103427" name="Rectangle 1"/>
          <p:cNvSpPr>
            <a:spLocks noGrp="1" noRot="1" noChangeAspect="1" noTextEdit="1"/>
          </p:cNvSpPr>
          <p:nvPr>
            <p:ph type="sldImg"/>
          </p:nvPr>
        </p:nvSpPr>
        <p:spPr>
          <a:xfrm>
            <a:off x="1143000" y="685800"/>
            <a:ext cx="4572000" cy="3429000"/>
          </a:xfrm>
          <a:solidFill>
            <a:srgbClr val="FFFFFF">
              <a:alpha val="100000"/>
            </a:srgbClr>
          </a:solidFill>
          <a:ln/>
        </p:spPr>
      </p:sp>
      <p:sp>
        <p:nvSpPr>
          <p:cNvPr id="103428" name="Rectangle 2"/>
          <p:cNvSpPr>
            <a:spLocks noGrp="1"/>
          </p:cNvSpPr>
          <p:nvPr>
            <p:ph type="body" idx="1"/>
          </p:nvPr>
        </p:nvSpPr>
        <p:spPr>
          <a:xfrm>
            <a:off x="914400" y="4343400"/>
            <a:ext cx="5029200" cy="4208463"/>
          </a:xfrm>
          <a:ln/>
        </p:spPr>
        <p:txBody>
          <a:bodyPr wrap="none" lIns="90000" tIns="46800" rIns="90000" bIns="46800" anchor="ctr" anchorCtr="0"/>
          <a:lstStyle/>
          <a:p>
            <a:pPr lvl="0"/>
            <a:endParaRPr lang="en-US" altLang="x-none" dirty="0"/>
          </a:p>
        </p:txBody>
      </p:sp>
    </p:spTree>
    <p:extLst>
      <p:ext uri="{BB962C8B-B14F-4D97-AF65-F5344CB8AC3E}">
        <p14:creationId xmlns:p14="http://schemas.microsoft.com/office/powerpoint/2010/main" val="36789775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4450" name="Rectangle 7"/>
          <p:cNvSpPr txBox="1">
            <a:spLocks noGrp="1"/>
          </p:cNvSpPr>
          <p:nvPr>
            <p:ph type="sldNum" sz="quarter"/>
          </p:nvPr>
        </p:nvSpPr>
        <p:spPr>
          <a:xfrm>
            <a:off x="3886200" y="8686800"/>
            <a:ext cx="2970213" cy="455613"/>
          </a:xfrm>
          <a:prstGeom prst="rect">
            <a:avLst/>
          </a:prstGeom>
          <a:noFill/>
          <a:ln w="9525">
            <a:noFill/>
          </a:ln>
        </p:spPr>
        <p:txBody>
          <a:bodyPr lIns="90000" tIns="46800" rIns="90000" bIns="46800" anchor="b" anchorCtr="0"/>
          <a:lstStyle/>
          <a:p>
            <a:pPr lvl="0" algn="r" defTabSz="449580">
              <a:lnSpc>
                <a:spcPct val="100000"/>
              </a:lnSpc>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9A0DB2DC-4C9A-4742-B13C-FB6460FD3503}" type="slidenum">
              <a:rPr lang="en-GB" sz="1200" dirty="0">
                <a:solidFill>
                  <a:srgbClr val="000000"/>
                </a:solidFill>
                <a:latin typeface="Times New Roman" panose="02020603050405020304" pitchFamily="18" charset="0"/>
              </a:rPr>
              <a:t>46</a:t>
            </a:fld>
            <a:endParaRPr lang="en-GB" sz="1200" dirty="0">
              <a:solidFill>
                <a:srgbClr val="000000"/>
              </a:solidFill>
              <a:latin typeface="Times New Roman" panose="02020603050405020304" pitchFamily="18" charset="0"/>
            </a:endParaRPr>
          </a:p>
        </p:txBody>
      </p:sp>
      <p:sp>
        <p:nvSpPr>
          <p:cNvPr id="104451" name="Rectangle 1"/>
          <p:cNvSpPr>
            <a:spLocks noGrp="1" noRot="1" noChangeAspect="1" noTextEdit="1"/>
          </p:cNvSpPr>
          <p:nvPr>
            <p:ph type="sldImg"/>
          </p:nvPr>
        </p:nvSpPr>
        <p:spPr>
          <a:xfrm>
            <a:off x="1143000" y="685800"/>
            <a:ext cx="4572000" cy="3429000"/>
          </a:xfrm>
          <a:solidFill>
            <a:srgbClr val="FFFFFF">
              <a:alpha val="100000"/>
            </a:srgbClr>
          </a:solidFill>
          <a:ln/>
        </p:spPr>
      </p:sp>
      <p:sp>
        <p:nvSpPr>
          <p:cNvPr id="104452" name="Rectangle 2"/>
          <p:cNvSpPr>
            <a:spLocks noGrp="1"/>
          </p:cNvSpPr>
          <p:nvPr>
            <p:ph type="body" idx="1"/>
          </p:nvPr>
        </p:nvSpPr>
        <p:spPr>
          <a:xfrm>
            <a:off x="914400" y="4343400"/>
            <a:ext cx="5029200" cy="4208463"/>
          </a:xfrm>
          <a:ln/>
        </p:spPr>
        <p:txBody>
          <a:bodyPr wrap="none" lIns="90000" tIns="46800" rIns="90000" bIns="46800" anchor="ctr" anchorCtr="0"/>
          <a:lstStyle/>
          <a:p>
            <a:pPr lvl="0"/>
            <a:endParaRPr lang="en-US" altLang="x-none" dirty="0"/>
          </a:p>
        </p:txBody>
      </p:sp>
    </p:spTree>
    <p:extLst>
      <p:ext uri="{BB962C8B-B14F-4D97-AF65-F5344CB8AC3E}">
        <p14:creationId xmlns:p14="http://schemas.microsoft.com/office/powerpoint/2010/main" val="299642792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5474" name="Rectangle 7"/>
          <p:cNvSpPr txBox="1">
            <a:spLocks noGrp="1"/>
          </p:cNvSpPr>
          <p:nvPr>
            <p:ph type="sldNum" sz="quarter"/>
          </p:nvPr>
        </p:nvSpPr>
        <p:spPr>
          <a:xfrm>
            <a:off x="3886200" y="8686800"/>
            <a:ext cx="2970213" cy="455613"/>
          </a:xfrm>
          <a:prstGeom prst="rect">
            <a:avLst/>
          </a:prstGeom>
          <a:noFill/>
          <a:ln w="9525">
            <a:noFill/>
          </a:ln>
        </p:spPr>
        <p:txBody>
          <a:bodyPr lIns="90000" tIns="46800" rIns="90000" bIns="46800" anchor="b" anchorCtr="0"/>
          <a:lstStyle/>
          <a:p>
            <a:pPr lvl="0" algn="r" defTabSz="449580">
              <a:lnSpc>
                <a:spcPct val="100000"/>
              </a:lnSpc>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9A0DB2DC-4C9A-4742-B13C-FB6460FD3503}" type="slidenum">
              <a:rPr lang="en-GB" sz="1200" dirty="0">
                <a:solidFill>
                  <a:srgbClr val="000000"/>
                </a:solidFill>
                <a:latin typeface="Times New Roman" panose="02020603050405020304" pitchFamily="18" charset="0"/>
              </a:rPr>
              <a:t>47</a:t>
            </a:fld>
            <a:endParaRPr lang="en-GB" sz="1200" dirty="0">
              <a:solidFill>
                <a:srgbClr val="000000"/>
              </a:solidFill>
              <a:latin typeface="Times New Roman" panose="02020603050405020304" pitchFamily="18" charset="0"/>
            </a:endParaRPr>
          </a:p>
        </p:txBody>
      </p:sp>
      <p:sp>
        <p:nvSpPr>
          <p:cNvPr id="105475" name="Rectangle 1"/>
          <p:cNvSpPr>
            <a:spLocks noGrp="1" noRot="1" noChangeAspect="1" noTextEdit="1"/>
          </p:cNvSpPr>
          <p:nvPr>
            <p:ph type="sldImg"/>
          </p:nvPr>
        </p:nvSpPr>
        <p:spPr>
          <a:xfrm>
            <a:off x="1143000" y="685800"/>
            <a:ext cx="4572000" cy="3429000"/>
          </a:xfrm>
          <a:solidFill>
            <a:srgbClr val="FFFFFF">
              <a:alpha val="100000"/>
            </a:srgbClr>
          </a:solidFill>
          <a:ln/>
        </p:spPr>
      </p:sp>
      <p:sp>
        <p:nvSpPr>
          <p:cNvPr id="105476" name="Rectangle 2"/>
          <p:cNvSpPr>
            <a:spLocks noGrp="1"/>
          </p:cNvSpPr>
          <p:nvPr>
            <p:ph type="body" idx="1"/>
          </p:nvPr>
        </p:nvSpPr>
        <p:spPr>
          <a:xfrm>
            <a:off x="914400" y="4343400"/>
            <a:ext cx="5029200" cy="4208463"/>
          </a:xfrm>
          <a:ln/>
        </p:spPr>
        <p:txBody>
          <a:bodyPr wrap="none" lIns="90000" tIns="46800" rIns="90000" bIns="46800" anchor="ctr" anchorCtr="0"/>
          <a:lstStyle/>
          <a:p>
            <a:pPr lvl="0"/>
            <a:endParaRPr lang="en-US" altLang="x-none" dirty="0"/>
          </a:p>
        </p:txBody>
      </p:sp>
    </p:spTree>
    <p:extLst>
      <p:ext uri="{BB962C8B-B14F-4D97-AF65-F5344CB8AC3E}">
        <p14:creationId xmlns:p14="http://schemas.microsoft.com/office/powerpoint/2010/main" val="253070673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6498" name="Rectangle 7"/>
          <p:cNvSpPr txBox="1">
            <a:spLocks noGrp="1"/>
          </p:cNvSpPr>
          <p:nvPr>
            <p:ph type="sldNum" sz="quarter"/>
          </p:nvPr>
        </p:nvSpPr>
        <p:spPr>
          <a:xfrm>
            <a:off x="3886200" y="8686800"/>
            <a:ext cx="2970213" cy="455613"/>
          </a:xfrm>
          <a:prstGeom prst="rect">
            <a:avLst/>
          </a:prstGeom>
          <a:noFill/>
          <a:ln w="9525">
            <a:noFill/>
          </a:ln>
        </p:spPr>
        <p:txBody>
          <a:bodyPr lIns="90000" tIns="46800" rIns="90000" bIns="46800" anchor="b" anchorCtr="0"/>
          <a:lstStyle/>
          <a:p>
            <a:pPr lvl="0" algn="r" defTabSz="449580">
              <a:lnSpc>
                <a:spcPct val="100000"/>
              </a:lnSpc>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9A0DB2DC-4C9A-4742-B13C-FB6460FD3503}" type="slidenum">
              <a:rPr lang="en-GB" sz="1200" dirty="0">
                <a:solidFill>
                  <a:srgbClr val="000000"/>
                </a:solidFill>
                <a:latin typeface="Times New Roman" panose="02020603050405020304" pitchFamily="18" charset="0"/>
              </a:rPr>
              <a:t>49</a:t>
            </a:fld>
            <a:endParaRPr lang="en-GB" sz="1200" dirty="0">
              <a:solidFill>
                <a:srgbClr val="000000"/>
              </a:solidFill>
              <a:latin typeface="Times New Roman" panose="02020603050405020304" pitchFamily="18" charset="0"/>
            </a:endParaRPr>
          </a:p>
        </p:txBody>
      </p:sp>
      <p:sp>
        <p:nvSpPr>
          <p:cNvPr id="106499" name="Rectangle 1"/>
          <p:cNvSpPr>
            <a:spLocks noGrp="1" noRot="1" noChangeAspect="1" noTextEdit="1"/>
          </p:cNvSpPr>
          <p:nvPr>
            <p:ph type="sldImg"/>
          </p:nvPr>
        </p:nvSpPr>
        <p:spPr>
          <a:xfrm>
            <a:off x="1143000" y="685800"/>
            <a:ext cx="4572000" cy="3429000"/>
          </a:xfrm>
          <a:solidFill>
            <a:srgbClr val="FFFFFF">
              <a:alpha val="100000"/>
            </a:srgbClr>
          </a:solidFill>
          <a:ln/>
        </p:spPr>
      </p:sp>
      <p:sp>
        <p:nvSpPr>
          <p:cNvPr id="106500" name="Rectangle 2"/>
          <p:cNvSpPr>
            <a:spLocks noGrp="1"/>
          </p:cNvSpPr>
          <p:nvPr>
            <p:ph type="body" idx="1"/>
          </p:nvPr>
        </p:nvSpPr>
        <p:spPr>
          <a:xfrm>
            <a:off x="914400" y="4343400"/>
            <a:ext cx="5029200" cy="4208463"/>
          </a:xfrm>
          <a:ln/>
        </p:spPr>
        <p:txBody>
          <a:bodyPr wrap="none" lIns="90000" tIns="46800" rIns="90000" bIns="46800" anchor="ctr" anchorCtr="0"/>
          <a:lstStyle/>
          <a:p>
            <a:pPr lvl="0"/>
            <a:endParaRPr lang="en-US" altLang="x-none" dirty="0"/>
          </a:p>
        </p:txBody>
      </p:sp>
    </p:spTree>
    <p:extLst>
      <p:ext uri="{BB962C8B-B14F-4D97-AF65-F5344CB8AC3E}">
        <p14:creationId xmlns:p14="http://schemas.microsoft.com/office/powerpoint/2010/main" val="180343041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52227" name="Notes Placeholder 2"/>
          <p:cNvSpPr>
            <a:spLocks noGrp="1"/>
          </p:cNvSpPr>
          <p:nvPr>
            <p:ph type="body" idx="1"/>
          </p:nvPr>
        </p:nvSpPr>
        <p:spPr>
          <a:ln/>
        </p:spPr>
        <p:txBody>
          <a:bodyPr wrap="square" lIns="91440" tIns="45720" rIns="91440" bIns="45720" anchor="t" anchorCtr="0"/>
          <a:lstStyle/>
          <a:p>
            <a:pPr lvl="0"/>
            <a:endParaRPr dirty="0"/>
          </a:p>
        </p:txBody>
      </p:sp>
      <p:sp>
        <p:nvSpPr>
          <p:cNvPr id="52228" name="Slide Number Placeholder 3"/>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fld id="{9A0DB2DC-4C9A-4742-B13C-FB6460FD3503}" type="slidenum">
              <a:rPr lang="en-US" sz="1200" dirty="0"/>
              <a:t>76</a:t>
            </a:fld>
            <a:endParaRPr lang="en-US" sz="1200" dirty="0"/>
          </a:p>
        </p:txBody>
      </p:sp>
    </p:spTree>
    <p:extLst>
      <p:ext uri="{BB962C8B-B14F-4D97-AF65-F5344CB8AC3E}">
        <p14:creationId xmlns:p14="http://schemas.microsoft.com/office/powerpoint/2010/main" val="40047401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30000" noProof="0">
              <a:ln>
                <a:noFill/>
              </a:ln>
              <a:solidFill>
                <a:schemeClr val="tx1">
                  <a:tint val="75000"/>
                </a:schemeClr>
              </a:solidFill>
              <a:effectLst/>
              <a:uLnTx/>
              <a:uFillTx/>
              <a:latin typeface="Times New Roman" panose="02020603050405020304" pitchFamily="18" charset="0"/>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30000" noProof="0">
                <a:ln>
                  <a:noFill/>
                </a:ln>
                <a:solidFill>
                  <a:schemeClr val="tx1">
                    <a:tint val="75000"/>
                  </a:schemeClr>
                </a:solidFill>
                <a:effectLst/>
                <a:uLnTx/>
                <a:uFillTx/>
                <a:latin typeface="Times New Roman" panose="02020603050405020304" pitchFamily="18" charset="0"/>
                <a:ea typeface="+mn-ea"/>
                <a:cs typeface="+mn-cs"/>
              </a:rPr>
              <a:t>Henric Johnson </a:t>
            </a:r>
          </a:p>
        </p:txBody>
      </p:sp>
      <p:sp>
        <p:nvSpPr>
          <p:cNvPr id="6" name="Slide Number Placeholder 5"/>
          <p:cNvSpPr>
            <a:spLocks noGrp="1"/>
          </p:cNvSpPr>
          <p:nvPr>
            <p:ph type="sldNum" sz="quarter" idx="12"/>
          </p:nvPr>
        </p:nvSpPr>
        <p:spPr/>
        <p:txBody>
          <a:bodyPr/>
          <a:lstStyle/>
          <a:p>
            <a:pPr lvl="0" eaLnBrk="1" hangingPunct="1">
              <a:buNone/>
            </a:pPr>
            <a:fld id="{9A0DB2DC-4C9A-4742-B13C-FB6460FD3503}" type="slidenum">
              <a:rPr lang="en-US" altLang="x-none" dirty="0">
                <a:latin typeface="Times New Roman" panose="02020603050405020304" pitchFamily="18" charset="0"/>
              </a:rPr>
              <a:t>‹#›</a:t>
            </a:fld>
            <a:endParaRPr lang="en-US" altLang="x-none" dirty="0">
              <a:latin typeface="Times New Roman" panose="02020603050405020304" pitchFamily="18"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30000" noProof="0">
              <a:ln>
                <a:noFill/>
              </a:ln>
              <a:solidFill>
                <a:schemeClr val="tx1">
                  <a:tint val="75000"/>
                </a:schemeClr>
              </a:solidFill>
              <a:effectLst/>
              <a:uLnTx/>
              <a:uFillTx/>
              <a:latin typeface="Times New Roman" panose="02020603050405020304" pitchFamily="18" charset="0"/>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30000" noProof="0">
                <a:ln>
                  <a:noFill/>
                </a:ln>
                <a:solidFill>
                  <a:schemeClr val="tx1">
                    <a:tint val="75000"/>
                  </a:schemeClr>
                </a:solidFill>
                <a:effectLst/>
                <a:uLnTx/>
                <a:uFillTx/>
                <a:latin typeface="Times New Roman" panose="02020603050405020304" pitchFamily="18" charset="0"/>
                <a:ea typeface="+mn-ea"/>
                <a:cs typeface="+mn-cs"/>
              </a:rPr>
              <a:t>Henric Johnson </a:t>
            </a:r>
          </a:p>
        </p:txBody>
      </p:sp>
      <p:sp>
        <p:nvSpPr>
          <p:cNvPr id="6" name="Slide Number Placeholder 5"/>
          <p:cNvSpPr>
            <a:spLocks noGrp="1"/>
          </p:cNvSpPr>
          <p:nvPr>
            <p:ph type="sldNum" sz="quarter" idx="12"/>
          </p:nvPr>
        </p:nvSpPr>
        <p:spPr/>
        <p:txBody>
          <a:bodyPr/>
          <a:lstStyle/>
          <a:p>
            <a:pPr lvl="0" eaLnBrk="1" hangingPunct="1">
              <a:buNone/>
            </a:pPr>
            <a:fld id="{9A0DB2DC-4C9A-4742-B13C-FB6460FD3503}" type="slidenum">
              <a:rPr lang="en-US" altLang="x-none" dirty="0">
                <a:latin typeface="Times New Roman" panose="02020603050405020304" pitchFamily="18" charset="0"/>
              </a:rPr>
              <a:t>‹#›</a:t>
            </a:fld>
            <a:endParaRPr lang="en-US" altLang="x-none" dirty="0">
              <a:latin typeface="Times New Roman" panose="02020603050405020304" pitchFamily="18"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30000" noProof="0">
              <a:ln>
                <a:noFill/>
              </a:ln>
              <a:solidFill>
                <a:schemeClr val="tx1">
                  <a:tint val="75000"/>
                </a:schemeClr>
              </a:solidFill>
              <a:effectLst/>
              <a:uLnTx/>
              <a:uFillTx/>
              <a:latin typeface="Times New Roman" panose="02020603050405020304" pitchFamily="18" charset="0"/>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30000" noProof="0">
                <a:ln>
                  <a:noFill/>
                </a:ln>
                <a:solidFill>
                  <a:schemeClr val="tx1">
                    <a:tint val="75000"/>
                  </a:schemeClr>
                </a:solidFill>
                <a:effectLst/>
                <a:uLnTx/>
                <a:uFillTx/>
                <a:latin typeface="Times New Roman" panose="02020603050405020304" pitchFamily="18" charset="0"/>
                <a:ea typeface="+mn-ea"/>
                <a:cs typeface="+mn-cs"/>
              </a:rPr>
              <a:t>Henric Johnson </a:t>
            </a:r>
          </a:p>
        </p:txBody>
      </p:sp>
      <p:sp>
        <p:nvSpPr>
          <p:cNvPr id="6" name="Slide Number Placeholder 5"/>
          <p:cNvSpPr>
            <a:spLocks noGrp="1"/>
          </p:cNvSpPr>
          <p:nvPr>
            <p:ph type="sldNum" sz="quarter" idx="12"/>
          </p:nvPr>
        </p:nvSpPr>
        <p:spPr/>
        <p:txBody>
          <a:bodyPr/>
          <a:lstStyle/>
          <a:p>
            <a:pPr lvl="0" eaLnBrk="1" hangingPunct="1">
              <a:buNone/>
            </a:pPr>
            <a:fld id="{9A0DB2DC-4C9A-4742-B13C-FB6460FD3503}" type="slidenum">
              <a:rPr lang="en-US" altLang="x-none" dirty="0">
                <a:latin typeface="Times New Roman" panose="02020603050405020304" pitchFamily="18" charset="0"/>
              </a:rPr>
              <a:t>‹#›</a:t>
            </a:fld>
            <a:endParaRPr lang="en-US" altLang="x-none" dirty="0">
              <a:latin typeface="Times New Roman" panose="02020603050405020304" pitchFamily="18"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30000" noProof="0">
              <a:ln>
                <a:noFill/>
              </a:ln>
              <a:solidFill>
                <a:schemeClr val="tx1">
                  <a:tint val="75000"/>
                </a:schemeClr>
              </a:solidFill>
              <a:effectLst/>
              <a:uLnTx/>
              <a:uFillTx/>
              <a:latin typeface="Times New Roman" panose="02020603050405020304" pitchFamily="18" charset="0"/>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30000" noProof="0">
                <a:ln>
                  <a:noFill/>
                </a:ln>
                <a:solidFill>
                  <a:schemeClr val="tx1">
                    <a:tint val="75000"/>
                  </a:schemeClr>
                </a:solidFill>
                <a:effectLst/>
                <a:uLnTx/>
                <a:uFillTx/>
                <a:latin typeface="Times New Roman" panose="02020603050405020304" pitchFamily="18" charset="0"/>
                <a:ea typeface="+mn-ea"/>
                <a:cs typeface="+mn-cs"/>
              </a:rPr>
              <a:t>Henric Johnson </a:t>
            </a:r>
          </a:p>
        </p:txBody>
      </p:sp>
      <p:sp>
        <p:nvSpPr>
          <p:cNvPr id="7" name="Slide Number Placeholder 6"/>
          <p:cNvSpPr>
            <a:spLocks noGrp="1"/>
          </p:cNvSpPr>
          <p:nvPr>
            <p:ph type="sldNum" sz="quarter" idx="12"/>
          </p:nvPr>
        </p:nvSpPr>
        <p:spPr/>
        <p:txBody>
          <a:bodyPr/>
          <a:lstStyle/>
          <a:p>
            <a:pPr lvl="0" eaLnBrk="1" hangingPunct="1">
              <a:buNone/>
            </a:pPr>
            <a:fld id="{9A0DB2DC-4C9A-4742-B13C-FB6460FD3503}" type="slidenum">
              <a:rPr lang="en-US" altLang="x-none" dirty="0">
                <a:latin typeface="Times New Roman" panose="02020603050405020304" pitchFamily="18" charset="0"/>
              </a:rPr>
              <a:t>‹#›</a:t>
            </a:fld>
            <a:endParaRPr lang="en-US" altLang="x-none" dirty="0">
              <a:latin typeface="Times New Roman" panose="02020603050405020304" pitchFamily="18"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30000" noProof="0">
              <a:ln>
                <a:noFill/>
              </a:ln>
              <a:solidFill>
                <a:schemeClr val="tx1">
                  <a:tint val="75000"/>
                </a:schemeClr>
              </a:solidFill>
              <a:effectLst/>
              <a:uLnTx/>
              <a:uFillTx/>
              <a:latin typeface="Times New Roman" panose="02020603050405020304" pitchFamily="18" charset="0"/>
              <a:ea typeface="+mn-ea"/>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30000" noProof="0">
                <a:ln>
                  <a:noFill/>
                </a:ln>
                <a:solidFill>
                  <a:schemeClr val="tx1">
                    <a:tint val="75000"/>
                  </a:schemeClr>
                </a:solidFill>
                <a:effectLst/>
                <a:uLnTx/>
                <a:uFillTx/>
                <a:latin typeface="Times New Roman" panose="02020603050405020304" pitchFamily="18" charset="0"/>
                <a:ea typeface="+mn-ea"/>
                <a:cs typeface="+mn-cs"/>
              </a:rPr>
              <a:t>Henric Johnson </a:t>
            </a:r>
          </a:p>
        </p:txBody>
      </p:sp>
      <p:sp>
        <p:nvSpPr>
          <p:cNvPr id="9" name="Slide Number Placeholder 8"/>
          <p:cNvSpPr>
            <a:spLocks noGrp="1"/>
          </p:cNvSpPr>
          <p:nvPr>
            <p:ph type="sldNum" sz="quarter" idx="12"/>
          </p:nvPr>
        </p:nvSpPr>
        <p:spPr/>
        <p:txBody>
          <a:bodyPr/>
          <a:lstStyle/>
          <a:p>
            <a:pPr lvl="0" eaLnBrk="1" hangingPunct="1">
              <a:buNone/>
            </a:pPr>
            <a:fld id="{9A0DB2DC-4C9A-4742-B13C-FB6460FD3503}" type="slidenum">
              <a:rPr lang="en-US" altLang="x-none" dirty="0">
                <a:latin typeface="Times New Roman" panose="02020603050405020304" pitchFamily="18" charset="0"/>
              </a:rPr>
              <a:t>‹#›</a:t>
            </a:fld>
            <a:endParaRPr lang="en-US" altLang="x-none" dirty="0">
              <a:latin typeface="Times New Roman" panose="02020603050405020304" pitchFamily="18"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30000" noProof="0">
              <a:ln>
                <a:noFill/>
              </a:ln>
              <a:solidFill>
                <a:schemeClr val="tx1">
                  <a:tint val="75000"/>
                </a:schemeClr>
              </a:solidFill>
              <a:effectLst/>
              <a:uLnTx/>
              <a:uFillTx/>
              <a:latin typeface="Times New Roman" panose="02020603050405020304" pitchFamily="18" charset="0"/>
              <a:ea typeface="+mn-ea"/>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30000" noProof="0">
                <a:ln>
                  <a:noFill/>
                </a:ln>
                <a:solidFill>
                  <a:schemeClr val="tx1">
                    <a:tint val="75000"/>
                  </a:schemeClr>
                </a:solidFill>
                <a:effectLst/>
                <a:uLnTx/>
                <a:uFillTx/>
                <a:latin typeface="Times New Roman" panose="02020603050405020304" pitchFamily="18" charset="0"/>
                <a:ea typeface="+mn-ea"/>
                <a:cs typeface="+mn-cs"/>
              </a:rPr>
              <a:t>Henric Johnson </a:t>
            </a:r>
          </a:p>
        </p:txBody>
      </p:sp>
      <p:sp>
        <p:nvSpPr>
          <p:cNvPr id="5" name="Slide Number Placeholder 4"/>
          <p:cNvSpPr>
            <a:spLocks noGrp="1"/>
          </p:cNvSpPr>
          <p:nvPr>
            <p:ph type="sldNum" sz="quarter" idx="12"/>
          </p:nvPr>
        </p:nvSpPr>
        <p:spPr/>
        <p:txBody>
          <a:bodyPr/>
          <a:lstStyle/>
          <a:p>
            <a:pPr lvl="0" eaLnBrk="1" hangingPunct="1">
              <a:buNone/>
            </a:pPr>
            <a:fld id="{9A0DB2DC-4C9A-4742-B13C-FB6460FD3503}" type="slidenum">
              <a:rPr lang="en-US" altLang="x-none" dirty="0">
                <a:latin typeface="Times New Roman" panose="02020603050405020304" pitchFamily="18" charset="0"/>
              </a:rPr>
              <a:t>‹#›</a:t>
            </a:fld>
            <a:endParaRPr lang="en-US" altLang="x-none" dirty="0">
              <a:latin typeface="Times New Roman" panose="02020603050405020304" pitchFamily="18"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30000" noProof="0">
              <a:ln>
                <a:noFill/>
              </a:ln>
              <a:solidFill>
                <a:schemeClr val="tx1">
                  <a:tint val="75000"/>
                </a:schemeClr>
              </a:solidFill>
              <a:effectLst/>
              <a:uLnTx/>
              <a:uFillTx/>
              <a:latin typeface="Times New Roman" panose="02020603050405020304" pitchFamily="18" charset="0"/>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30000" noProof="0">
                <a:ln>
                  <a:noFill/>
                </a:ln>
                <a:solidFill>
                  <a:schemeClr val="tx1">
                    <a:tint val="75000"/>
                  </a:schemeClr>
                </a:solidFill>
                <a:effectLst/>
                <a:uLnTx/>
                <a:uFillTx/>
                <a:latin typeface="Times New Roman" panose="02020603050405020304" pitchFamily="18" charset="0"/>
                <a:ea typeface="+mn-ea"/>
                <a:cs typeface="+mn-cs"/>
              </a:rPr>
              <a:t>Henric Johnson </a:t>
            </a:r>
          </a:p>
        </p:txBody>
      </p:sp>
      <p:sp>
        <p:nvSpPr>
          <p:cNvPr id="4" name="Slide Number Placeholder 3"/>
          <p:cNvSpPr>
            <a:spLocks noGrp="1"/>
          </p:cNvSpPr>
          <p:nvPr>
            <p:ph type="sldNum" sz="quarter" idx="12"/>
          </p:nvPr>
        </p:nvSpPr>
        <p:spPr/>
        <p:txBody>
          <a:bodyPr/>
          <a:lstStyle/>
          <a:p>
            <a:pPr lvl="0" eaLnBrk="1" hangingPunct="1">
              <a:buNone/>
            </a:pPr>
            <a:fld id="{9A0DB2DC-4C9A-4742-B13C-FB6460FD3503}" type="slidenum">
              <a:rPr lang="en-US" altLang="x-none" dirty="0">
                <a:latin typeface="Times New Roman" panose="02020603050405020304" pitchFamily="18" charset="0"/>
              </a:rPr>
              <a:t>‹#›</a:t>
            </a:fld>
            <a:endParaRPr lang="en-US" altLang="x-none" dirty="0">
              <a:latin typeface="Times New Roman" panose="02020603050405020304" pitchFamily="18"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30000" noProof="0">
              <a:ln>
                <a:noFill/>
              </a:ln>
              <a:solidFill>
                <a:schemeClr val="tx1">
                  <a:tint val="75000"/>
                </a:schemeClr>
              </a:solidFill>
              <a:effectLst/>
              <a:uLnTx/>
              <a:uFillTx/>
              <a:latin typeface="Times New Roman" panose="02020603050405020304" pitchFamily="18" charset="0"/>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30000" noProof="0">
                <a:ln>
                  <a:noFill/>
                </a:ln>
                <a:solidFill>
                  <a:schemeClr val="tx1">
                    <a:tint val="75000"/>
                  </a:schemeClr>
                </a:solidFill>
                <a:effectLst/>
                <a:uLnTx/>
                <a:uFillTx/>
                <a:latin typeface="Times New Roman" panose="02020603050405020304" pitchFamily="18" charset="0"/>
                <a:ea typeface="+mn-ea"/>
                <a:cs typeface="+mn-cs"/>
              </a:rPr>
              <a:t>Henric Johnson </a:t>
            </a:r>
          </a:p>
        </p:txBody>
      </p:sp>
      <p:sp>
        <p:nvSpPr>
          <p:cNvPr id="7" name="Slide Number Placeholder 6"/>
          <p:cNvSpPr>
            <a:spLocks noGrp="1"/>
          </p:cNvSpPr>
          <p:nvPr>
            <p:ph type="sldNum" sz="quarter" idx="12"/>
          </p:nvPr>
        </p:nvSpPr>
        <p:spPr/>
        <p:txBody>
          <a:bodyPr/>
          <a:lstStyle/>
          <a:p>
            <a:pPr lvl="0" eaLnBrk="1" hangingPunct="1">
              <a:buNone/>
            </a:pPr>
            <a:fld id="{9A0DB2DC-4C9A-4742-B13C-FB6460FD3503}" type="slidenum">
              <a:rPr lang="en-US" altLang="x-none" dirty="0">
                <a:latin typeface="Times New Roman" panose="02020603050405020304" pitchFamily="18" charset="0"/>
              </a:rPr>
              <a:t>‹#›</a:t>
            </a:fld>
            <a:endParaRPr lang="en-US" altLang="x-none" dirty="0">
              <a:latin typeface="Times New Roman" panose="02020603050405020304" pitchFamily="18"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30000" noProof="0">
              <a:ln>
                <a:noFill/>
              </a:ln>
              <a:solidFill>
                <a:schemeClr val="tx1">
                  <a:tint val="75000"/>
                </a:schemeClr>
              </a:solidFill>
              <a:effectLst/>
              <a:uLnTx/>
              <a:uFillTx/>
              <a:latin typeface="Times New Roman" panose="02020603050405020304" pitchFamily="18" charset="0"/>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30000" noProof="0">
                <a:ln>
                  <a:noFill/>
                </a:ln>
                <a:solidFill>
                  <a:schemeClr val="tx1">
                    <a:tint val="75000"/>
                  </a:schemeClr>
                </a:solidFill>
                <a:effectLst/>
                <a:uLnTx/>
                <a:uFillTx/>
                <a:latin typeface="Times New Roman" panose="02020603050405020304" pitchFamily="18" charset="0"/>
                <a:ea typeface="+mn-ea"/>
                <a:cs typeface="+mn-cs"/>
              </a:rPr>
              <a:t>Henric Johnson </a:t>
            </a:r>
          </a:p>
        </p:txBody>
      </p:sp>
      <p:sp>
        <p:nvSpPr>
          <p:cNvPr id="7" name="Slide Number Placeholder 6"/>
          <p:cNvSpPr>
            <a:spLocks noGrp="1"/>
          </p:cNvSpPr>
          <p:nvPr>
            <p:ph type="sldNum" sz="quarter" idx="12"/>
          </p:nvPr>
        </p:nvSpPr>
        <p:spPr/>
        <p:txBody>
          <a:bodyPr/>
          <a:lstStyle/>
          <a:p>
            <a:pPr lvl="0" eaLnBrk="1" hangingPunct="1">
              <a:buNone/>
            </a:pPr>
            <a:fld id="{9A0DB2DC-4C9A-4742-B13C-FB6460FD3503}" type="slidenum">
              <a:rPr lang="en-US" altLang="x-none" dirty="0">
                <a:latin typeface="Times New Roman" panose="02020603050405020304" pitchFamily="18" charset="0"/>
              </a:rPr>
              <a:t>‹#›</a:t>
            </a:fld>
            <a:endParaRPr lang="en-US" altLang="x-none" dirty="0">
              <a:latin typeface="Times New Roman" panose="02020603050405020304" pitchFamily="18"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30000" noProof="0">
              <a:ln>
                <a:noFill/>
              </a:ln>
              <a:solidFill>
                <a:schemeClr val="tx1">
                  <a:tint val="75000"/>
                </a:schemeClr>
              </a:solidFill>
              <a:effectLst/>
              <a:uLnTx/>
              <a:uFillTx/>
              <a:latin typeface="Times New Roman" panose="02020603050405020304" pitchFamily="18" charset="0"/>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30000" noProof="0">
                <a:ln>
                  <a:noFill/>
                </a:ln>
                <a:solidFill>
                  <a:schemeClr val="tx1">
                    <a:tint val="75000"/>
                  </a:schemeClr>
                </a:solidFill>
                <a:effectLst/>
                <a:uLnTx/>
                <a:uFillTx/>
                <a:latin typeface="Times New Roman" panose="02020603050405020304" pitchFamily="18" charset="0"/>
                <a:ea typeface="+mn-ea"/>
                <a:cs typeface="+mn-cs"/>
              </a:rPr>
              <a:t>Henric Johnson </a:t>
            </a:r>
          </a:p>
        </p:txBody>
      </p:sp>
      <p:sp>
        <p:nvSpPr>
          <p:cNvPr id="6" name="Slide Number Placeholder 5"/>
          <p:cNvSpPr>
            <a:spLocks noGrp="1"/>
          </p:cNvSpPr>
          <p:nvPr>
            <p:ph type="sldNum" sz="quarter" idx="12"/>
          </p:nvPr>
        </p:nvSpPr>
        <p:spPr/>
        <p:txBody>
          <a:bodyPr/>
          <a:lstStyle/>
          <a:p>
            <a:pPr lvl="0" eaLnBrk="1" hangingPunct="1">
              <a:buNone/>
            </a:pPr>
            <a:fld id="{9A0DB2DC-4C9A-4742-B13C-FB6460FD3503}" type="slidenum">
              <a:rPr lang="en-US" altLang="x-none" dirty="0">
                <a:latin typeface="Times New Roman" panose="02020603050405020304" pitchFamily="18" charset="0"/>
              </a:rPr>
              <a:t>‹#›</a:t>
            </a:fld>
            <a:endParaRPr lang="en-US" altLang="x-none" dirty="0">
              <a:latin typeface="Times New Roman" panose="02020603050405020304" pitchFamily="18"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30000" noProof="0">
              <a:ln>
                <a:noFill/>
              </a:ln>
              <a:solidFill>
                <a:schemeClr val="tx1">
                  <a:tint val="75000"/>
                </a:schemeClr>
              </a:solidFill>
              <a:effectLst/>
              <a:uLnTx/>
              <a:uFillTx/>
              <a:latin typeface="Times New Roman" panose="02020603050405020304" pitchFamily="18" charset="0"/>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30000" noProof="0">
                <a:ln>
                  <a:noFill/>
                </a:ln>
                <a:solidFill>
                  <a:schemeClr val="tx1">
                    <a:tint val="75000"/>
                  </a:schemeClr>
                </a:solidFill>
                <a:effectLst/>
                <a:uLnTx/>
                <a:uFillTx/>
                <a:latin typeface="Times New Roman" panose="02020603050405020304" pitchFamily="18" charset="0"/>
                <a:ea typeface="+mn-ea"/>
                <a:cs typeface="+mn-cs"/>
              </a:rPr>
              <a:t>Henric Johnson </a:t>
            </a:r>
          </a:p>
        </p:txBody>
      </p:sp>
      <p:sp>
        <p:nvSpPr>
          <p:cNvPr id="6" name="Slide Number Placeholder 5"/>
          <p:cNvSpPr>
            <a:spLocks noGrp="1"/>
          </p:cNvSpPr>
          <p:nvPr>
            <p:ph type="sldNum" sz="quarter" idx="12"/>
          </p:nvPr>
        </p:nvSpPr>
        <p:spPr/>
        <p:txBody>
          <a:bodyPr/>
          <a:lstStyle/>
          <a:p>
            <a:pPr lvl="0" eaLnBrk="1" hangingPunct="1">
              <a:buNone/>
            </a:pPr>
            <a:fld id="{9A0DB2DC-4C9A-4742-B13C-FB6460FD3503}" type="slidenum">
              <a:rPr lang="en-US" altLang="x-none" dirty="0">
                <a:latin typeface="Times New Roman" panose="02020603050405020304" pitchFamily="18" charset="0"/>
              </a:rPr>
              <a:t>‹#›</a:t>
            </a:fld>
            <a:endParaRPr lang="en-US" altLang="x-none" dirty="0">
              <a:latin typeface="Times New Roman" panose="02020603050405020304" pitchFamily="18"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098" name="Title Placeholder 1"/>
          <p:cNvSpPr>
            <a:spLocks noGrp="1"/>
          </p:cNvSpPr>
          <p:nvPr>
            <p:ph type="title"/>
          </p:nvPr>
        </p:nvSpPr>
        <p:spPr>
          <a:xfrm>
            <a:off x="457200" y="274638"/>
            <a:ext cx="8229600" cy="1143000"/>
          </a:xfrm>
          <a:prstGeom prst="rect">
            <a:avLst/>
          </a:prstGeom>
          <a:noFill/>
          <a:ln w="9525">
            <a:noFill/>
          </a:ln>
        </p:spPr>
        <p:txBody>
          <a:bodyPr anchor="ctr" anchorCtr="0"/>
          <a:lstStyle/>
          <a:p>
            <a:pPr lvl="0"/>
            <a:r>
              <a:rPr lang="en-US" altLang="x-none" dirty="0"/>
              <a:t>Click to edit Master title style</a:t>
            </a:r>
          </a:p>
        </p:txBody>
      </p:sp>
      <p:sp>
        <p:nvSpPr>
          <p:cNvPr id="4099" name="Text Placeholder 2"/>
          <p:cNvSpPr>
            <a:spLocks noGrp="1"/>
          </p:cNvSpPr>
          <p:nvPr>
            <p:ph type="body" idx="1"/>
          </p:nvPr>
        </p:nvSpPr>
        <p:spPr>
          <a:xfrm>
            <a:off x="457200" y="1600200"/>
            <a:ext cx="8229600" cy="4525963"/>
          </a:xfrm>
          <a:prstGeom prst="rect">
            <a:avLst/>
          </a:prstGeom>
          <a:noFill/>
          <a:ln w="9525">
            <a:noFill/>
          </a:ln>
        </p:spPr>
        <p:txBody>
          <a:bodyPr/>
          <a:lstStyle/>
          <a:p>
            <a:pPr lvl="0"/>
            <a:r>
              <a:rPr lang="en-US" altLang="x-none" dirty="0"/>
              <a:t>Click to edit Master text styles</a:t>
            </a:r>
          </a:p>
          <a:p>
            <a:pPr lvl="1"/>
            <a:r>
              <a:rPr lang="en-US" altLang="x-none" dirty="0"/>
              <a:t>Second level</a:t>
            </a:r>
          </a:p>
          <a:p>
            <a:pPr lvl="2"/>
            <a:r>
              <a:rPr lang="en-US" altLang="x-none" dirty="0"/>
              <a:t>Third level</a:t>
            </a:r>
          </a:p>
          <a:p>
            <a:pPr lvl="3"/>
            <a:r>
              <a:rPr lang="en-US" altLang="x-none" dirty="0"/>
              <a:t>Fourth level</a:t>
            </a:r>
          </a:p>
          <a:p>
            <a:pPr lvl="4"/>
            <a:r>
              <a:rPr lang="en-US" altLang="x-none"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30000" noProof="0">
              <a:ln>
                <a:noFill/>
              </a:ln>
              <a:solidFill>
                <a:schemeClr val="tx1">
                  <a:tint val="75000"/>
                </a:schemeClr>
              </a:solidFill>
              <a:effectLst/>
              <a:uLnTx/>
              <a:uFillTx/>
              <a:latin typeface="Times New Roman" panose="02020603050405020304" pitchFamily="18" charset="0"/>
              <a:ea typeface="+mn-ea"/>
              <a:cs typeface="+mn-cs"/>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30000" noProof="0">
                <a:ln>
                  <a:noFill/>
                </a:ln>
                <a:solidFill>
                  <a:schemeClr val="tx1">
                    <a:tint val="75000"/>
                  </a:schemeClr>
                </a:solidFill>
                <a:effectLst/>
                <a:uLnTx/>
                <a:uFillTx/>
                <a:latin typeface="Times New Roman" panose="02020603050405020304" pitchFamily="18" charset="0"/>
                <a:ea typeface="+mn-ea"/>
                <a:cs typeface="+mn-cs"/>
              </a:rPr>
              <a:t>Henric Johnson </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rgbClr val="898989"/>
                </a:solidFill>
              </a:defRPr>
            </a:lvl1pPr>
          </a:lstStyle>
          <a:p>
            <a:pPr lvl="0" eaLnBrk="1" hangingPunct="1">
              <a:buNone/>
            </a:pPr>
            <a:fld id="{9A0DB2DC-4C9A-4742-B13C-FB6460FD3503}" type="slidenum">
              <a:rPr lang="en-US" altLang="x-none" dirty="0">
                <a:latin typeface="Times New Roman" panose="02020603050405020304" pitchFamily="18" charset="0"/>
              </a:rPr>
              <a:t>‹#›</a:t>
            </a:fld>
            <a:endParaRPr lang="en-US" altLang="x-none" dirty="0">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9.wmf"/></Relationships>
</file>

<file path=ppt/slides/_rels/slide21.x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1.wmf"/><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7.xml"/><Relationship Id="rId1" Type="http://schemas.openxmlformats.org/officeDocument/2006/relationships/vmlDrawing" Target="../drawings/vmlDrawing2.vml"/><Relationship Id="rId5" Type="http://schemas.openxmlformats.org/officeDocument/2006/relationships/image" Target="../media/image22.png"/><Relationship Id="rId4" Type="http://schemas.openxmlformats.org/officeDocument/2006/relationships/oleObject" Target="../embeddings/oleObject2.bin"/></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34.wmf"/><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image" Target="../media/image39.wmf"/><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ext Box 1"/>
          <p:cNvSpPr txBox="1"/>
          <p:nvPr/>
        </p:nvSpPr>
        <p:spPr>
          <a:xfrm>
            <a:off x="6553200" y="6248400"/>
            <a:ext cx="1905000" cy="457200"/>
          </a:xfrm>
          <a:prstGeom prst="rect">
            <a:avLst/>
          </a:prstGeom>
          <a:noFill/>
          <a:ln w="9525">
            <a:noFill/>
          </a:ln>
        </p:spPr>
        <p:txBody>
          <a:bodyPr lIns="90000" tIns="46800" rIns="90000" bIns="46800"/>
          <a:lstStyle/>
          <a:p>
            <a:pPr algn="r" defTabSz="449580">
              <a:lnSpc>
                <a:spcPct val="100000"/>
              </a:lnSpc>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9A0DB2DC-4C9A-4742-B13C-FB6460FD3503}" type="slidenum">
              <a:rPr lang="en-GB" sz="1400" dirty="0">
                <a:solidFill>
                  <a:srgbClr val="000000"/>
                </a:solidFill>
                <a:latin typeface="Times New Roman" panose="02020603050405020304" pitchFamily="18" charset="0"/>
              </a:rPr>
              <a:t>1</a:t>
            </a:fld>
            <a:endParaRPr lang="en-GB" sz="1400" dirty="0">
              <a:solidFill>
                <a:srgbClr val="000000"/>
              </a:solidFill>
              <a:latin typeface="Times New Roman" panose="02020603050405020304" pitchFamily="18" charset="0"/>
            </a:endParaRPr>
          </a:p>
        </p:txBody>
      </p:sp>
      <p:sp>
        <p:nvSpPr>
          <p:cNvPr id="59395" name="Text Box 2"/>
          <p:cNvSpPr txBox="1"/>
          <p:nvPr/>
        </p:nvSpPr>
        <p:spPr>
          <a:xfrm>
            <a:off x="6553200" y="6248400"/>
            <a:ext cx="1905000" cy="457200"/>
          </a:xfrm>
          <a:prstGeom prst="rect">
            <a:avLst/>
          </a:prstGeom>
          <a:noFill/>
          <a:ln w="9525">
            <a:noFill/>
          </a:ln>
        </p:spPr>
        <p:txBody>
          <a:bodyPr lIns="90000" tIns="46800" rIns="90000" bIns="46800"/>
          <a:lstStyle/>
          <a:p>
            <a:pPr algn="r" defTabSz="449580">
              <a:lnSpc>
                <a:spcPct val="100000"/>
              </a:lnSpc>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9A0DB2DC-4C9A-4742-B13C-FB6460FD3503}" type="slidenum">
              <a:rPr lang="en-US" altLang="x-none" sz="1400" dirty="0">
                <a:solidFill>
                  <a:srgbClr val="000000"/>
                </a:solidFill>
                <a:latin typeface="Times New Roman" panose="02020603050405020304" pitchFamily="18" charset="0"/>
              </a:rPr>
              <a:t>1</a:t>
            </a:fld>
            <a:endParaRPr lang="en-US" altLang="x-none" sz="1400" dirty="0">
              <a:solidFill>
                <a:srgbClr val="000000"/>
              </a:solidFill>
              <a:latin typeface="Times New Roman" panose="02020603050405020304" pitchFamily="18" charset="0"/>
            </a:endParaRPr>
          </a:p>
        </p:txBody>
      </p:sp>
      <p:pic>
        <p:nvPicPr>
          <p:cNvPr id="59396" name="Picture 3"/>
          <p:cNvPicPr>
            <a:picLocks noChangeAspect="1"/>
          </p:cNvPicPr>
          <p:nvPr/>
        </p:nvPicPr>
        <p:blipFill>
          <a:blip r:embed="rId3"/>
          <a:srcRect t="49348"/>
          <a:stretch>
            <a:fillRect/>
          </a:stretch>
        </p:blipFill>
        <p:spPr>
          <a:xfrm>
            <a:off x="1143000" y="1981200"/>
            <a:ext cx="6858000" cy="3429000"/>
          </a:xfrm>
          <a:prstGeom prst="rect">
            <a:avLst/>
          </a:prstGeom>
          <a:noFill/>
          <a:ln w="9525">
            <a:noFill/>
          </a:ln>
        </p:spPr>
      </p:pic>
      <p:sp>
        <p:nvSpPr>
          <p:cNvPr id="2" name="Text Box 5"/>
          <p:cNvSpPr txBox="1">
            <a:spLocks noChangeArrowheads="1"/>
          </p:cNvSpPr>
          <p:nvPr/>
        </p:nvSpPr>
        <p:spPr bwMode="auto">
          <a:xfrm>
            <a:off x="1371600" y="381000"/>
            <a:ext cx="7239000" cy="1448731"/>
          </a:xfrm>
          <a:prstGeom prst="rect">
            <a:avLst/>
          </a:prstGeom>
          <a:noFill/>
          <a:ln w="9525">
            <a:noFill/>
            <a:round/>
          </a:ln>
          <a:effectLst/>
        </p:spPr>
        <p:txBody>
          <a:bodyPr lIns="90000" tIns="46800" rIns="90000" bIns="46800">
            <a:spAutoFit/>
          </a:bodyPr>
          <a:lstStyle/>
          <a:p>
            <a:pPr marR="0" algn="ctr" defTabSz="449580">
              <a:spcBef>
                <a:spcPts val="2750"/>
              </a:spcBef>
              <a:buClr>
                <a:srgbClr val="000000"/>
              </a:buClr>
              <a:buSzPct val="100000"/>
              <a:buFont typeface="Times New Roman" panose="02020603050405020304"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US" sz="4400" b="1" kern="1200" cap="none" spc="0" normalizeH="0" baseline="0" noProof="0" dirty="0" smtClean="0">
                <a:solidFill>
                  <a:srgbClr val="000000"/>
                </a:solidFill>
                <a:effectLst>
                  <a:outerShdw blurRad="38100" dist="38100" dir="2700000" algn="tl">
                    <a:srgbClr val="C0C0C0"/>
                  </a:outerShdw>
                </a:effectLst>
                <a:latin typeface="Comic Sans MS" panose="030F0702030302020204" pitchFamily="66" charset="0"/>
                <a:ea typeface="+mn-ea"/>
                <a:cs typeface="+mn-cs"/>
              </a:rPr>
              <a:t>Digital </a:t>
            </a:r>
            <a:r>
              <a:rPr kumimoji="0" lang="en-US" sz="4400" b="1" kern="1200" cap="none" spc="0" normalizeH="0" baseline="0" noProof="0" dirty="0">
                <a:solidFill>
                  <a:srgbClr val="000000"/>
                </a:solidFill>
                <a:effectLst>
                  <a:outerShdw blurRad="38100" dist="38100" dir="2700000" algn="tl">
                    <a:srgbClr val="C0C0C0"/>
                  </a:outerShdw>
                </a:effectLst>
                <a:latin typeface="Comic Sans MS" panose="030F0702030302020204" pitchFamily="66" charset="0"/>
                <a:ea typeface="+mn-ea"/>
                <a:cs typeface="+mn-cs"/>
              </a:rPr>
              <a:t>Signature Approach</a:t>
            </a:r>
          </a:p>
        </p:txBody>
      </p:sp>
    </p:spTree>
    <p:extLst>
      <p:ext uri="{BB962C8B-B14F-4D97-AF65-F5344CB8AC3E}">
        <p14:creationId xmlns:p14="http://schemas.microsoft.com/office/powerpoint/2010/main" val="3990178883"/>
      </p:ext>
    </p:extLst>
  </p:cSld>
  <p:clrMapOvr>
    <a:masterClrMapping/>
  </p:clrMapOvr>
  <p:transition spd="med"/>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ext Box 1"/>
          <p:cNvSpPr txBox="1"/>
          <p:nvPr/>
        </p:nvSpPr>
        <p:spPr>
          <a:xfrm>
            <a:off x="6553200" y="6248400"/>
            <a:ext cx="1905000" cy="457200"/>
          </a:xfrm>
          <a:prstGeom prst="rect">
            <a:avLst/>
          </a:prstGeom>
          <a:noFill/>
          <a:ln w="9525">
            <a:noFill/>
          </a:ln>
        </p:spPr>
        <p:txBody>
          <a:bodyPr lIns="90000" tIns="46800" rIns="90000" bIns="46800"/>
          <a:lstStyle/>
          <a:p>
            <a:pPr algn="r" defTabSz="449580">
              <a:lnSpc>
                <a:spcPct val="100000"/>
              </a:lnSpc>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9A0DB2DC-4C9A-4742-B13C-FB6460FD3503}" type="slidenum">
              <a:rPr lang="en-GB" sz="1400" dirty="0">
                <a:solidFill>
                  <a:srgbClr val="000000"/>
                </a:solidFill>
                <a:latin typeface="Times New Roman" panose="02020603050405020304" pitchFamily="18" charset="0"/>
              </a:rPr>
              <a:t>2</a:t>
            </a:fld>
            <a:endParaRPr lang="en-GB" sz="1400" dirty="0">
              <a:solidFill>
                <a:srgbClr val="000000"/>
              </a:solidFill>
              <a:latin typeface="Times New Roman" panose="02020603050405020304" pitchFamily="18" charset="0"/>
            </a:endParaRPr>
          </a:p>
        </p:txBody>
      </p:sp>
      <p:sp>
        <p:nvSpPr>
          <p:cNvPr id="57347" name="Text Box 2"/>
          <p:cNvSpPr txBox="1"/>
          <p:nvPr/>
        </p:nvSpPr>
        <p:spPr>
          <a:xfrm>
            <a:off x="6553200" y="6248400"/>
            <a:ext cx="1905000" cy="457200"/>
          </a:xfrm>
          <a:prstGeom prst="rect">
            <a:avLst/>
          </a:prstGeom>
          <a:noFill/>
          <a:ln w="9525">
            <a:noFill/>
          </a:ln>
        </p:spPr>
        <p:txBody>
          <a:bodyPr lIns="90000" tIns="46800" rIns="90000" bIns="46800"/>
          <a:lstStyle/>
          <a:p>
            <a:pPr algn="r" defTabSz="449580">
              <a:lnSpc>
                <a:spcPct val="100000"/>
              </a:lnSpc>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9A0DB2DC-4C9A-4742-B13C-FB6460FD3503}" type="slidenum">
              <a:rPr lang="en-US" altLang="x-none" sz="1400" dirty="0">
                <a:solidFill>
                  <a:srgbClr val="000000"/>
                </a:solidFill>
                <a:latin typeface="Times New Roman" panose="02020603050405020304" pitchFamily="18" charset="0"/>
              </a:rPr>
              <a:t>2</a:t>
            </a:fld>
            <a:endParaRPr lang="en-US" altLang="x-none" sz="1400" dirty="0">
              <a:solidFill>
                <a:srgbClr val="000000"/>
              </a:solidFill>
              <a:latin typeface="Times New Roman" panose="02020603050405020304" pitchFamily="18" charset="0"/>
            </a:endParaRPr>
          </a:p>
        </p:txBody>
      </p:sp>
      <p:sp>
        <p:nvSpPr>
          <p:cNvPr id="2" name="Text Box 3"/>
          <p:cNvSpPr txBox="1">
            <a:spLocks noChangeArrowheads="1"/>
          </p:cNvSpPr>
          <p:nvPr/>
        </p:nvSpPr>
        <p:spPr bwMode="auto">
          <a:xfrm>
            <a:off x="685800" y="381000"/>
            <a:ext cx="7772400" cy="685800"/>
          </a:xfrm>
          <a:prstGeom prst="rect">
            <a:avLst/>
          </a:prstGeom>
          <a:noFill/>
          <a:ln w="9525">
            <a:noFill/>
            <a:round/>
          </a:ln>
          <a:effectLst/>
        </p:spPr>
        <p:txBody>
          <a:bodyPr lIns="90000" tIns="46800" rIns="90000" bIns="46800"/>
          <a:lstStyle/>
          <a:p>
            <a:pPr marR="0" algn="ctr" defTabSz="449580" eaLnBrk="1" hangingPunct="1">
              <a:lnSpc>
                <a:spcPct val="100000"/>
              </a:lnSpc>
              <a:spcBef>
                <a:spcPct val="0"/>
              </a:spcBef>
              <a:buClr>
                <a:srgbClr val="000000"/>
              </a:buClr>
              <a:buSzPct val="100000"/>
              <a:buFont typeface="Times New Roman" panose="02020603050405020304"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US" sz="4000" b="1" kern="1200" cap="none" spc="0" normalizeH="0" baseline="0" noProof="0" dirty="0">
                <a:solidFill>
                  <a:srgbClr val="000000"/>
                </a:solidFill>
                <a:effectLst>
                  <a:outerShdw blurRad="38100" dist="38100" dir="2700000" algn="tl">
                    <a:srgbClr val="C0C0C0"/>
                  </a:outerShdw>
                </a:effectLst>
                <a:latin typeface="Comic Sans MS" panose="030F0702030302020204" pitchFamily="66" charset="0"/>
                <a:ea typeface="+mn-ea"/>
                <a:cs typeface="+mn-cs"/>
              </a:rPr>
              <a:t>X.509 Authentication Service</a:t>
            </a:r>
          </a:p>
        </p:txBody>
      </p:sp>
      <p:sp>
        <p:nvSpPr>
          <p:cNvPr id="51205" name="Text Box 4"/>
          <p:cNvSpPr txBox="1">
            <a:spLocks noChangeArrowheads="1"/>
          </p:cNvSpPr>
          <p:nvPr/>
        </p:nvSpPr>
        <p:spPr bwMode="auto">
          <a:xfrm>
            <a:off x="457200" y="1066800"/>
            <a:ext cx="8839200" cy="4114800"/>
          </a:xfrm>
          <a:prstGeom prst="rect">
            <a:avLst/>
          </a:prstGeom>
          <a:noFill/>
          <a:ln w="9525">
            <a:noFill/>
            <a:round/>
          </a:ln>
        </p:spPr>
        <p:txBody>
          <a:bodyPr lIns="90000" tIns="46800" rIns="90000" bIns="46800"/>
          <a:lstStyle/>
          <a:p>
            <a:pPr marL="341630" marR="0" indent="-341630" defTabSz="449580" eaLnBrk="1" hangingPunct="1">
              <a:spcBef>
                <a:spcPts val="800"/>
              </a:spcBef>
              <a:buClr>
                <a:srgbClr val="000000"/>
              </a:buClr>
              <a:buSzPct val="100000"/>
              <a:buFont typeface="Comic Sans MS" panose="030F0702030302020204" pitchFamily="66" charset="0"/>
              <a:buChar char="•"/>
              <a:tabLst>
                <a:tab pos="340995" algn="l"/>
                <a:tab pos="1255395" algn="l"/>
                <a:tab pos="2169795" algn="l"/>
                <a:tab pos="3084195" algn="l"/>
                <a:tab pos="3998595" algn="l"/>
                <a:tab pos="4912995" algn="l"/>
                <a:tab pos="5827395" algn="l"/>
                <a:tab pos="6741795" algn="l"/>
                <a:tab pos="7656195" algn="l"/>
                <a:tab pos="8570595" algn="l"/>
                <a:tab pos="9484995" algn="l"/>
                <a:tab pos="10399395" algn="l"/>
              </a:tabLst>
              <a:defRPr/>
            </a:pPr>
            <a:r>
              <a:rPr kumimoji="0" lang="en-US" sz="3200" kern="1200" cap="none" spc="0" normalizeH="0" baseline="0" noProof="0" dirty="0">
                <a:solidFill>
                  <a:srgbClr val="C00000"/>
                </a:solidFill>
                <a:latin typeface="Comic Sans MS" panose="030F0702030302020204" pitchFamily="66" charset="0"/>
                <a:ea typeface="+mn-ea"/>
                <a:cs typeface="+mn-cs"/>
              </a:rPr>
              <a:t>More broadly X.509 defines a framework to provide a secure directory services. </a:t>
            </a:r>
          </a:p>
          <a:p>
            <a:pPr marL="341630" marR="0" indent="-341630" defTabSz="449580" eaLnBrk="1" hangingPunct="1">
              <a:spcBef>
                <a:spcPts val="800"/>
              </a:spcBef>
              <a:buClr>
                <a:srgbClr val="000000"/>
              </a:buClr>
              <a:buSzPct val="100000"/>
              <a:buFont typeface="Comic Sans MS" panose="030F0702030302020204" pitchFamily="66" charset="0"/>
              <a:buChar char="•"/>
              <a:tabLst>
                <a:tab pos="340995" algn="l"/>
                <a:tab pos="1255395" algn="l"/>
                <a:tab pos="2169795" algn="l"/>
                <a:tab pos="3084195" algn="l"/>
                <a:tab pos="3998595" algn="l"/>
                <a:tab pos="4912995" algn="l"/>
                <a:tab pos="5827395" algn="l"/>
                <a:tab pos="6741795" algn="l"/>
                <a:tab pos="7656195" algn="l"/>
                <a:tab pos="8570595" algn="l"/>
                <a:tab pos="9484995" algn="l"/>
                <a:tab pos="10399395" algn="l"/>
              </a:tabLst>
              <a:defRPr/>
            </a:pPr>
            <a:r>
              <a:rPr kumimoji="0" lang="en-US" sz="3200" kern="1200" cap="none" spc="0" normalizeH="0" baseline="0" noProof="0" dirty="0">
                <a:solidFill>
                  <a:schemeClr val="accent2">
                    <a:lumMod val="75000"/>
                  </a:schemeClr>
                </a:solidFill>
                <a:latin typeface="Comic Sans MS" panose="030F0702030302020204" pitchFamily="66" charset="0"/>
                <a:ea typeface="+mn-ea"/>
                <a:cs typeface="+mn-cs"/>
              </a:rPr>
              <a:t>Distributed set of servers that maintains a database about users.</a:t>
            </a:r>
          </a:p>
          <a:p>
            <a:pPr marL="341630" marR="0" indent="-341630" defTabSz="449580" eaLnBrk="1" hangingPunct="1">
              <a:spcBef>
                <a:spcPts val="800"/>
              </a:spcBef>
              <a:buClr>
                <a:srgbClr val="000000"/>
              </a:buClr>
              <a:buSzPct val="100000"/>
              <a:buFont typeface="Comic Sans MS" panose="030F0702030302020204" pitchFamily="66" charset="0"/>
              <a:buChar char="•"/>
              <a:tabLst>
                <a:tab pos="340995" algn="l"/>
                <a:tab pos="1255395" algn="l"/>
                <a:tab pos="2169795" algn="l"/>
                <a:tab pos="3084195" algn="l"/>
                <a:tab pos="3998595" algn="l"/>
                <a:tab pos="4912995" algn="l"/>
                <a:tab pos="5827395" algn="l"/>
                <a:tab pos="6741795" algn="l"/>
                <a:tab pos="7656195" algn="l"/>
                <a:tab pos="8570595" algn="l"/>
                <a:tab pos="9484995" algn="l"/>
                <a:tab pos="10399395" algn="l"/>
              </a:tabLst>
              <a:defRPr/>
            </a:pPr>
            <a:r>
              <a:rPr kumimoji="0" lang="en-US" sz="3200" kern="1200" cap="none" spc="0" normalizeH="0" baseline="0" noProof="0" dirty="0">
                <a:solidFill>
                  <a:schemeClr val="accent2">
                    <a:lumMod val="75000"/>
                  </a:schemeClr>
                </a:solidFill>
                <a:latin typeface="Comic Sans MS" panose="030F0702030302020204" pitchFamily="66" charset="0"/>
                <a:ea typeface="+mn-ea"/>
                <a:cs typeface="+mn-cs"/>
              </a:rPr>
              <a:t>Each certificate contains the public key of a user and is signed with the private key of a CA.</a:t>
            </a:r>
          </a:p>
          <a:p>
            <a:pPr marL="341630" marR="0" indent="-341630" defTabSz="449580" eaLnBrk="1" hangingPunct="1">
              <a:spcBef>
                <a:spcPts val="800"/>
              </a:spcBef>
              <a:buClr>
                <a:srgbClr val="000000"/>
              </a:buClr>
              <a:buSzPct val="100000"/>
              <a:buFont typeface="Comic Sans MS" panose="030F0702030302020204" pitchFamily="66" charset="0"/>
              <a:buChar char="•"/>
              <a:tabLst>
                <a:tab pos="340995" algn="l"/>
                <a:tab pos="1255395" algn="l"/>
                <a:tab pos="2169795" algn="l"/>
                <a:tab pos="3084195" algn="l"/>
                <a:tab pos="3998595" algn="l"/>
                <a:tab pos="4912995" algn="l"/>
                <a:tab pos="5827395" algn="l"/>
                <a:tab pos="6741795" algn="l"/>
                <a:tab pos="7656195" algn="l"/>
                <a:tab pos="8570595" algn="l"/>
                <a:tab pos="9484995" algn="l"/>
                <a:tab pos="10399395" algn="l"/>
              </a:tabLst>
              <a:defRPr/>
            </a:pPr>
            <a:r>
              <a:rPr kumimoji="0" lang="en-US" sz="3200" kern="1200" cap="none" spc="0" normalizeH="0" baseline="0" noProof="0" dirty="0">
                <a:solidFill>
                  <a:schemeClr val="accent2">
                    <a:lumMod val="75000"/>
                  </a:schemeClr>
                </a:solidFill>
                <a:latin typeface="Comic Sans MS" panose="030F0702030302020204" pitchFamily="66" charset="0"/>
                <a:ea typeface="+mn-ea"/>
                <a:cs typeface="+mn-cs"/>
              </a:rPr>
              <a:t>Is used in S/MIME, IP Security, SSL/TLS and SET.</a:t>
            </a:r>
          </a:p>
          <a:p>
            <a:pPr marL="341630" marR="0" indent="-341630" defTabSz="449580" eaLnBrk="1" hangingPunct="1">
              <a:spcBef>
                <a:spcPts val="800"/>
              </a:spcBef>
              <a:buClr>
                <a:srgbClr val="000000"/>
              </a:buClr>
              <a:buSzPct val="100000"/>
              <a:buFont typeface="Comic Sans MS" panose="030F0702030302020204" pitchFamily="66" charset="0"/>
              <a:buChar char="•"/>
              <a:tabLst>
                <a:tab pos="340995" algn="l"/>
                <a:tab pos="1255395" algn="l"/>
                <a:tab pos="2169795" algn="l"/>
                <a:tab pos="3084195" algn="l"/>
                <a:tab pos="3998595" algn="l"/>
                <a:tab pos="4912995" algn="l"/>
                <a:tab pos="5827395" algn="l"/>
                <a:tab pos="6741795" algn="l"/>
                <a:tab pos="7656195" algn="l"/>
                <a:tab pos="8570595" algn="l"/>
                <a:tab pos="9484995" algn="l"/>
                <a:tab pos="10399395" algn="l"/>
              </a:tabLst>
              <a:defRPr/>
            </a:pPr>
            <a:r>
              <a:rPr kumimoji="0" lang="en-US" sz="3200" kern="1200" cap="none" spc="0" normalizeH="0" baseline="0" noProof="0" dirty="0">
                <a:solidFill>
                  <a:schemeClr val="accent2">
                    <a:lumMod val="75000"/>
                  </a:schemeClr>
                </a:solidFill>
                <a:latin typeface="Comic Sans MS" panose="030F0702030302020204" pitchFamily="66" charset="0"/>
                <a:ea typeface="+mn-ea"/>
                <a:cs typeface="+mn-cs"/>
              </a:rPr>
              <a:t>RSA is recommended to use</a:t>
            </a:r>
          </a:p>
          <a:p>
            <a:pPr marL="341630" marR="0" indent="-341630" defTabSz="449580" eaLnBrk="1" hangingPunct="1">
              <a:spcBef>
                <a:spcPts val="800"/>
              </a:spcBef>
              <a:buClrTx/>
              <a:buSzTx/>
              <a:buFontTx/>
              <a:buNone/>
              <a:tabLst>
                <a:tab pos="340995" algn="l"/>
                <a:tab pos="1255395" algn="l"/>
                <a:tab pos="2169795" algn="l"/>
                <a:tab pos="3084195" algn="l"/>
                <a:tab pos="3998595" algn="l"/>
                <a:tab pos="4912995" algn="l"/>
                <a:tab pos="5827395" algn="l"/>
                <a:tab pos="6741795" algn="l"/>
                <a:tab pos="7656195" algn="l"/>
                <a:tab pos="8570595" algn="l"/>
                <a:tab pos="9484995" algn="l"/>
                <a:tab pos="10399395" algn="l"/>
              </a:tabLst>
              <a:defRPr/>
            </a:pPr>
            <a:endParaRPr kumimoji="0" lang="en-US" sz="3200" kern="1200" cap="none" spc="0" normalizeH="0" baseline="0" noProof="0" dirty="0">
              <a:solidFill>
                <a:schemeClr val="accent2">
                  <a:lumMod val="75000"/>
                </a:schemeClr>
              </a:solidFill>
              <a:latin typeface="Comic Sans MS" panose="030F0702030302020204" pitchFamily="66" charset="0"/>
              <a:ea typeface="+mn-ea"/>
              <a:cs typeface="+mn-cs"/>
            </a:endParaRPr>
          </a:p>
        </p:txBody>
      </p:sp>
    </p:spTree>
    <p:extLst>
      <p:ext uri="{BB962C8B-B14F-4D97-AF65-F5344CB8AC3E}">
        <p14:creationId xmlns:p14="http://schemas.microsoft.com/office/powerpoint/2010/main" val="1045239177"/>
      </p:ext>
    </p:extLst>
  </p:cSld>
  <p:clrMapOvr>
    <a:masterClrMapping/>
  </p:clrMapOvr>
  <p:transition spd="med"/>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ext Box 1"/>
          <p:cNvSpPr txBox="1"/>
          <p:nvPr/>
        </p:nvSpPr>
        <p:spPr>
          <a:xfrm>
            <a:off x="6553200" y="6248400"/>
            <a:ext cx="1905000" cy="457200"/>
          </a:xfrm>
          <a:prstGeom prst="rect">
            <a:avLst/>
          </a:prstGeom>
          <a:noFill/>
          <a:ln w="9525">
            <a:noFill/>
          </a:ln>
        </p:spPr>
        <p:txBody>
          <a:bodyPr lIns="90000" tIns="46800" rIns="90000" bIns="46800"/>
          <a:lstStyle/>
          <a:p>
            <a:pPr algn="r" defTabSz="449580">
              <a:lnSpc>
                <a:spcPct val="100000"/>
              </a:lnSpc>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9A0DB2DC-4C9A-4742-B13C-FB6460FD3503}" type="slidenum">
              <a:rPr lang="en-GB" sz="1400" dirty="0">
                <a:solidFill>
                  <a:srgbClr val="000000"/>
                </a:solidFill>
                <a:latin typeface="Times New Roman" panose="02020603050405020304" pitchFamily="18" charset="0"/>
              </a:rPr>
              <a:t>3</a:t>
            </a:fld>
            <a:endParaRPr lang="en-GB" sz="1400" dirty="0">
              <a:solidFill>
                <a:srgbClr val="000000"/>
              </a:solidFill>
              <a:latin typeface="Times New Roman" panose="02020603050405020304" pitchFamily="18" charset="0"/>
            </a:endParaRPr>
          </a:p>
        </p:txBody>
      </p:sp>
      <p:sp>
        <p:nvSpPr>
          <p:cNvPr id="58371" name="Text Box 2"/>
          <p:cNvSpPr txBox="1"/>
          <p:nvPr/>
        </p:nvSpPr>
        <p:spPr>
          <a:xfrm>
            <a:off x="3124200" y="6248400"/>
            <a:ext cx="2895600" cy="457200"/>
          </a:xfrm>
          <a:prstGeom prst="rect">
            <a:avLst/>
          </a:prstGeom>
          <a:noFill/>
          <a:ln w="9525">
            <a:noFill/>
          </a:ln>
        </p:spPr>
        <p:txBody>
          <a:bodyPr lIns="90000" tIns="46800" rIns="90000" bIns="46800"/>
          <a:lstStyle/>
          <a:p>
            <a:pPr algn="ctr" defTabSz="449580">
              <a:lnSpc>
                <a:spcPct val="100000"/>
              </a:lnSpc>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x-none" sz="1400" dirty="0">
                <a:solidFill>
                  <a:srgbClr val="000000"/>
                </a:solidFill>
                <a:latin typeface="Times New Roman" panose="02020603050405020304" pitchFamily="18" charset="0"/>
              </a:rPr>
              <a:t>Henric Johnson</a:t>
            </a:r>
          </a:p>
        </p:txBody>
      </p:sp>
      <p:sp>
        <p:nvSpPr>
          <p:cNvPr id="58372" name="Text Box 3"/>
          <p:cNvSpPr txBox="1"/>
          <p:nvPr/>
        </p:nvSpPr>
        <p:spPr>
          <a:xfrm>
            <a:off x="6553200" y="6248400"/>
            <a:ext cx="1905000" cy="457200"/>
          </a:xfrm>
          <a:prstGeom prst="rect">
            <a:avLst/>
          </a:prstGeom>
          <a:noFill/>
          <a:ln w="9525">
            <a:noFill/>
          </a:ln>
        </p:spPr>
        <p:txBody>
          <a:bodyPr lIns="90000" tIns="46800" rIns="90000" bIns="46800"/>
          <a:lstStyle/>
          <a:p>
            <a:pPr algn="r" defTabSz="449580">
              <a:lnSpc>
                <a:spcPct val="100000"/>
              </a:lnSpc>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9A0DB2DC-4C9A-4742-B13C-FB6460FD3503}" type="slidenum">
              <a:rPr lang="en-US" altLang="x-none" sz="1400" dirty="0">
                <a:solidFill>
                  <a:srgbClr val="000000"/>
                </a:solidFill>
                <a:latin typeface="Times New Roman" panose="02020603050405020304" pitchFamily="18" charset="0"/>
              </a:rPr>
              <a:t>3</a:t>
            </a:fld>
            <a:endParaRPr lang="en-US" altLang="x-none" sz="1400" dirty="0">
              <a:solidFill>
                <a:srgbClr val="000000"/>
              </a:solidFill>
              <a:latin typeface="Times New Roman" panose="02020603050405020304" pitchFamily="18" charset="0"/>
            </a:endParaRPr>
          </a:p>
        </p:txBody>
      </p:sp>
      <p:sp>
        <p:nvSpPr>
          <p:cNvPr id="2" name="Text Box 4"/>
          <p:cNvSpPr txBox="1">
            <a:spLocks noChangeArrowheads="1"/>
          </p:cNvSpPr>
          <p:nvPr/>
        </p:nvSpPr>
        <p:spPr bwMode="auto">
          <a:xfrm>
            <a:off x="609600" y="228600"/>
            <a:ext cx="7772400" cy="1143000"/>
          </a:xfrm>
          <a:prstGeom prst="rect">
            <a:avLst/>
          </a:prstGeom>
          <a:noFill/>
          <a:ln w="9525">
            <a:noFill/>
            <a:round/>
          </a:ln>
          <a:effectLst/>
        </p:spPr>
        <p:txBody>
          <a:bodyPr lIns="90000" tIns="46800" rIns="90000" bIns="46800"/>
          <a:lstStyle/>
          <a:p>
            <a:pPr marR="0" algn="ctr" defTabSz="449580" eaLnBrk="1" hangingPunct="1">
              <a:lnSpc>
                <a:spcPct val="100000"/>
              </a:lnSpc>
              <a:spcBef>
                <a:spcPct val="0"/>
              </a:spcBef>
              <a:buClr>
                <a:srgbClr val="000000"/>
              </a:buClr>
              <a:buSzPct val="100000"/>
              <a:buFont typeface="Times New Roman" panose="02020603050405020304"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US" sz="4400" b="1" kern="1200" cap="none" spc="0" normalizeH="0" baseline="0" noProof="0">
                <a:solidFill>
                  <a:srgbClr val="000000"/>
                </a:solidFill>
                <a:effectLst>
                  <a:outerShdw blurRad="38100" dist="38100" dir="2700000" algn="tl">
                    <a:srgbClr val="C0C0C0"/>
                  </a:outerShdw>
                </a:effectLst>
                <a:latin typeface="Comic Sans MS" panose="030F0702030302020204" pitchFamily="66" charset="0"/>
                <a:ea typeface="+mn-ea"/>
                <a:cs typeface="+mn-cs"/>
              </a:rPr>
              <a:t>X.509 Formats</a:t>
            </a:r>
          </a:p>
        </p:txBody>
      </p:sp>
      <p:pic>
        <p:nvPicPr>
          <p:cNvPr id="58374" name="Picture 5"/>
          <p:cNvPicPr>
            <a:picLocks noChangeAspect="1"/>
          </p:cNvPicPr>
          <p:nvPr/>
        </p:nvPicPr>
        <p:blipFill>
          <a:blip r:embed="rId3"/>
          <a:stretch>
            <a:fillRect/>
          </a:stretch>
        </p:blipFill>
        <p:spPr>
          <a:xfrm>
            <a:off x="685800" y="1066800"/>
            <a:ext cx="7620000" cy="5583238"/>
          </a:xfrm>
          <a:prstGeom prst="rect">
            <a:avLst/>
          </a:prstGeom>
          <a:noFill/>
          <a:ln w="9525">
            <a:noFill/>
          </a:ln>
        </p:spPr>
      </p:pic>
    </p:spTree>
    <p:extLst>
      <p:ext uri="{BB962C8B-B14F-4D97-AF65-F5344CB8AC3E}">
        <p14:creationId xmlns:p14="http://schemas.microsoft.com/office/powerpoint/2010/main" val="1491872267"/>
      </p:ext>
    </p:extLst>
  </p:cSld>
  <p:clrMapOvr>
    <a:masterClrMapping/>
  </p:clrMapOvr>
  <p:transition spd="med"/>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ext Box 1"/>
          <p:cNvSpPr txBox="1"/>
          <p:nvPr/>
        </p:nvSpPr>
        <p:spPr>
          <a:xfrm>
            <a:off x="6553200" y="6248400"/>
            <a:ext cx="1905000" cy="457200"/>
          </a:xfrm>
          <a:prstGeom prst="rect">
            <a:avLst/>
          </a:prstGeom>
          <a:noFill/>
          <a:ln w="9525">
            <a:noFill/>
          </a:ln>
        </p:spPr>
        <p:txBody>
          <a:bodyPr lIns="90000" tIns="46800" rIns="90000" bIns="46800"/>
          <a:lstStyle/>
          <a:p>
            <a:pPr algn="r" defTabSz="449580">
              <a:lnSpc>
                <a:spcPct val="100000"/>
              </a:lnSpc>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9A0DB2DC-4C9A-4742-B13C-FB6460FD3503}" type="slidenum">
              <a:rPr lang="en-GB" sz="1400" dirty="0">
                <a:solidFill>
                  <a:srgbClr val="000000"/>
                </a:solidFill>
                <a:latin typeface="Times New Roman" panose="02020603050405020304" pitchFamily="18" charset="0"/>
              </a:rPr>
              <a:t>4</a:t>
            </a:fld>
            <a:endParaRPr lang="en-GB" sz="1400" dirty="0">
              <a:solidFill>
                <a:srgbClr val="000000"/>
              </a:solidFill>
              <a:latin typeface="Times New Roman" panose="02020603050405020304" pitchFamily="18" charset="0"/>
            </a:endParaRPr>
          </a:p>
        </p:txBody>
      </p:sp>
      <p:sp>
        <p:nvSpPr>
          <p:cNvPr id="60419" name="Text Box 2"/>
          <p:cNvSpPr txBox="1"/>
          <p:nvPr/>
        </p:nvSpPr>
        <p:spPr>
          <a:xfrm>
            <a:off x="6553200" y="6248400"/>
            <a:ext cx="1905000" cy="457200"/>
          </a:xfrm>
          <a:prstGeom prst="rect">
            <a:avLst/>
          </a:prstGeom>
          <a:noFill/>
          <a:ln w="9525">
            <a:noFill/>
          </a:ln>
        </p:spPr>
        <p:txBody>
          <a:bodyPr lIns="90000" tIns="46800" rIns="90000" bIns="46800"/>
          <a:lstStyle/>
          <a:p>
            <a:pPr algn="r" defTabSz="449580">
              <a:lnSpc>
                <a:spcPct val="100000"/>
              </a:lnSpc>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9A0DB2DC-4C9A-4742-B13C-FB6460FD3503}" type="slidenum">
              <a:rPr lang="en-US" altLang="x-none" sz="1400" dirty="0">
                <a:solidFill>
                  <a:srgbClr val="000000"/>
                </a:solidFill>
                <a:latin typeface="Times New Roman" panose="02020603050405020304" pitchFamily="18" charset="0"/>
              </a:rPr>
              <a:t>4</a:t>
            </a:fld>
            <a:endParaRPr lang="en-US" altLang="x-none" sz="1400" dirty="0">
              <a:solidFill>
                <a:srgbClr val="000000"/>
              </a:solidFill>
              <a:latin typeface="Times New Roman" panose="02020603050405020304" pitchFamily="18" charset="0"/>
            </a:endParaRPr>
          </a:p>
        </p:txBody>
      </p:sp>
      <p:sp>
        <p:nvSpPr>
          <p:cNvPr id="2" name="Text Box 3"/>
          <p:cNvSpPr txBox="1">
            <a:spLocks noChangeArrowheads="1"/>
          </p:cNvSpPr>
          <p:nvPr/>
        </p:nvSpPr>
        <p:spPr bwMode="auto">
          <a:xfrm>
            <a:off x="685800" y="304800"/>
            <a:ext cx="7772400" cy="1143000"/>
          </a:xfrm>
          <a:prstGeom prst="rect">
            <a:avLst/>
          </a:prstGeom>
          <a:noFill/>
          <a:ln w="9525">
            <a:noFill/>
            <a:round/>
          </a:ln>
          <a:effectLst/>
        </p:spPr>
        <p:txBody>
          <a:bodyPr lIns="90000" tIns="46800" rIns="90000" bIns="46800"/>
          <a:lstStyle/>
          <a:p>
            <a:pPr marR="0" algn="ctr" defTabSz="449580" eaLnBrk="1" hangingPunct="1">
              <a:lnSpc>
                <a:spcPct val="100000"/>
              </a:lnSpc>
              <a:spcBef>
                <a:spcPct val="0"/>
              </a:spcBef>
              <a:buClr>
                <a:srgbClr val="000000"/>
              </a:buClr>
              <a:buSzPct val="100000"/>
              <a:buFont typeface="Times New Roman" panose="02020603050405020304"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US" sz="4400" b="1" kern="1200" cap="none" spc="0" normalizeH="0" baseline="0" noProof="0" dirty="0">
                <a:solidFill>
                  <a:srgbClr val="000000"/>
                </a:solidFill>
                <a:effectLst>
                  <a:outerShdw blurRad="38100" dist="38100" dir="2700000" algn="tl">
                    <a:srgbClr val="C0C0C0"/>
                  </a:outerShdw>
                </a:effectLst>
                <a:latin typeface="Comic Sans MS" panose="030F0702030302020204" pitchFamily="66" charset="0"/>
                <a:ea typeface="+mn-ea"/>
                <a:cs typeface="+mn-cs"/>
              </a:rPr>
              <a:t>Obtaining a User’s Certificate</a:t>
            </a:r>
          </a:p>
        </p:txBody>
      </p:sp>
      <p:sp>
        <p:nvSpPr>
          <p:cNvPr id="60421" name="Text Box 4"/>
          <p:cNvSpPr txBox="1"/>
          <p:nvPr/>
        </p:nvSpPr>
        <p:spPr>
          <a:xfrm>
            <a:off x="685800" y="2286000"/>
            <a:ext cx="7772400" cy="4114800"/>
          </a:xfrm>
          <a:prstGeom prst="rect">
            <a:avLst/>
          </a:prstGeom>
          <a:noFill/>
          <a:ln w="9525">
            <a:noFill/>
          </a:ln>
        </p:spPr>
        <p:txBody>
          <a:bodyPr lIns="90000" tIns="46800" rIns="90000" bIns="46800"/>
          <a:lstStyle/>
          <a:p>
            <a:pPr marL="341630" indent="-341630" defTabSz="449580" eaLnBrk="1" hangingPunct="1">
              <a:lnSpc>
                <a:spcPct val="100000"/>
              </a:lnSpc>
              <a:spcBef>
                <a:spcPts val="800"/>
              </a:spcBef>
              <a:buFont typeface="Comic Sans MS" panose="030F0702030302020204" pitchFamily="66" charset="0"/>
              <a:buChar char="•"/>
              <a:tabLst>
                <a:tab pos="341630" algn="l"/>
                <a:tab pos="1256030" algn="l"/>
                <a:tab pos="2170430" algn="l"/>
                <a:tab pos="3084830" algn="l"/>
                <a:tab pos="3999230" algn="l"/>
                <a:tab pos="4913630" algn="l"/>
                <a:tab pos="5828030" algn="l"/>
                <a:tab pos="6742430" algn="l"/>
                <a:tab pos="7656830" algn="l"/>
                <a:tab pos="8571230" algn="l"/>
                <a:tab pos="9485630" algn="l"/>
                <a:tab pos="10400030" algn="l"/>
              </a:tabLst>
            </a:pPr>
            <a:r>
              <a:rPr lang="en-US" altLang="x-none" sz="3200" dirty="0">
                <a:solidFill>
                  <a:srgbClr val="000000"/>
                </a:solidFill>
                <a:latin typeface="Comic Sans MS" panose="030F0702030302020204" pitchFamily="66" charset="0"/>
              </a:rPr>
              <a:t>Characteristics of certificates generated by CA:</a:t>
            </a:r>
          </a:p>
          <a:p>
            <a:pPr marL="741680" lvl="1" indent="-284480" defTabSz="449580" eaLnBrk="1" hangingPunct="1">
              <a:lnSpc>
                <a:spcPct val="100000"/>
              </a:lnSpc>
              <a:buFont typeface="Comic Sans MS" panose="030F0702030302020204" pitchFamily="66" charset="0"/>
              <a:buChar char="–"/>
              <a:tabLst>
                <a:tab pos="341630" algn="l"/>
                <a:tab pos="1256030" algn="l"/>
                <a:tab pos="2170430" algn="l"/>
                <a:tab pos="3084830" algn="l"/>
                <a:tab pos="3999230" algn="l"/>
                <a:tab pos="4913630" algn="l"/>
                <a:tab pos="5828030" algn="l"/>
                <a:tab pos="6742430" algn="l"/>
                <a:tab pos="7656830" algn="l"/>
                <a:tab pos="8571230" algn="l"/>
                <a:tab pos="9485630" algn="l"/>
                <a:tab pos="10400030" algn="l"/>
              </a:tabLst>
            </a:pPr>
            <a:r>
              <a:rPr lang="en-US" altLang="x-none" dirty="0">
                <a:solidFill>
                  <a:srgbClr val="000000"/>
                </a:solidFill>
                <a:latin typeface="Comic Sans MS" panose="030F0702030302020204" pitchFamily="66" charset="0"/>
              </a:rPr>
              <a:t>Any user with access to the public key of the CA can verify the user public key that was certified.</a:t>
            </a:r>
          </a:p>
          <a:p>
            <a:pPr marL="741680" lvl="1" indent="-284480" defTabSz="449580" eaLnBrk="1" hangingPunct="1">
              <a:lnSpc>
                <a:spcPct val="100000"/>
              </a:lnSpc>
              <a:buFont typeface="Comic Sans MS" panose="030F0702030302020204" pitchFamily="66" charset="0"/>
              <a:buChar char="–"/>
              <a:tabLst>
                <a:tab pos="341630" algn="l"/>
                <a:tab pos="1256030" algn="l"/>
                <a:tab pos="2170430" algn="l"/>
                <a:tab pos="3084830" algn="l"/>
                <a:tab pos="3999230" algn="l"/>
                <a:tab pos="4913630" algn="l"/>
                <a:tab pos="5828030" algn="l"/>
                <a:tab pos="6742430" algn="l"/>
                <a:tab pos="7656830" algn="l"/>
                <a:tab pos="8571230" algn="l"/>
                <a:tab pos="9485630" algn="l"/>
                <a:tab pos="10400030" algn="l"/>
              </a:tabLst>
            </a:pPr>
            <a:r>
              <a:rPr lang="en-US" altLang="x-none" dirty="0">
                <a:solidFill>
                  <a:srgbClr val="000000"/>
                </a:solidFill>
                <a:latin typeface="Comic Sans MS" panose="030F0702030302020204" pitchFamily="66" charset="0"/>
              </a:rPr>
              <a:t>No party other than the CA can modify the certificate without this being detected.</a:t>
            </a:r>
          </a:p>
        </p:txBody>
      </p:sp>
    </p:spTree>
    <p:extLst>
      <p:ext uri="{BB962C8B-B14F-4D97-AF65-F5344CB8AC3E}">
        <p14:creationId xmlns:p14="http://schemas.microsoft.com/office/powerpoint/2010/main" val="4222733107"/>
      </p:ext>
    </p:extLst>
  </p:cSld>
  <p:clrMapOvr>
    <a:masterClrMapping/>
  </p:clrMapOvr>
  <p:transition spd="med"/>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42" name="Picture 5"/>
          <p:cNvPicPr>
            <a:picLocks noChangeAspect="1"/>
          </p:cNvPicPr>
          <p:nvPr/>
        </p:nvPicPr>
        <p:blipFill>
          <a:blip r:embed="rId3"/>
          <a:stretch>
            <a:fillRect/>
          </a:stretch>
        </p:blipFill>
        <p:spPr>
          <a:xfrm>
            <a:off x="1981200" y="0"/>
            <a:ext cx="6477000" cy="6623050"/>
          </a:xfrm>
          <a:prstGeom prst="rect">
            <a:avLst/>
          </a:prstGeom>
          <a:noFill/>
          <a:ln w="9525">
            <a:noFill/>
          </a:ln>
        </p:spPr>
      </p:pic>
      <p:sp>
        <p:nvSpPr>
          <p:cNvPr id="61443" name="Text Box 1"/>
          <p:cNvSpPr txBox="1"/>
          <p:nvPr/>
        </p:nvSpPr>
        <p:spPr>
          <a:xfrm>
            <a:off x="6553200" y="6248400"/>
            <a:ext cx="1905000" cy="457200"/>
          </a:xfrm>
          <a:prstGeom prst="rect">
            <a:avLst/>
          </a:prstGeom>
          <a:noFill/>
          <a:ln w="9525">
            <a:noFill/>
          </a:ln>
        </p:spPr>
        <p:txBody>
          <a:bodyPr lIns="90000" tIns="46800" rIns="90000" bIns="46800"/>
          <a:lstStyle/>
          <a:p>
            <a:pPr algn="r" defTabSz="449580">
              <a:lnSpc>
                <a:spcPct val="100000"/>
              </a:lnSpc>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9A0DB2DC-4C9A-4742-B13C-FB6460FD3503}" type="slidenum">
              <a:rPr lang="en-GB" sz="1400" dirty="0">
                <a:solidFill>
                  <a:srgbClr val="000000"/>
                </a:solidFill>
                <a:latin typeface="Times New Roman" panose="02020603050405020304" pitchFamily="18" charset="0"/>
              </a:rPr>
              <a:t>5</a:t>
            </a:fld>
            <a:endParaRPr lang="en-GB" sz="1400" dirty="0">
              <a:solidFill>
                <a:srgbClr val="000000"/>
              </a:solidFill>
              <a:latin typeface="Times New Roman" panose="02020603050405020304" pitchFamily="18" charset="0"/>
            </a:endParaRPr>
          </a:p>
        </p:txBody>
      </p:sp>
      <p:sp>
        <p:nvSpPr>
          <p:cNvPr id="61444" name="Text Box 3"/>
          <p:cNvSpPr txBox="1"/>
          <p:nvPr/>
        </p:nvSpPr>
        <p:spPr>
          <a:xfrm>
            <a:off x="6553200" y="6248400"/>
            <a:ext cx="1905000" cy="457200"/>
          </a:xfrm>
          <a:prstGeom prst="rect">
            <a:avLst/>
          </a:prstGeom>
          <a:noFill/>
          <a:ln w="9525">
            <a:noFill/>
          </a:ln>
        </p:spPr>
        <p:txBody>
          <a:bodyPr lIns="90000" tIns="46800" rIns="90000" bIns="46800"/>
          <a:lstStyle/>
          <a:p>
            <a:pPr algn="r" defTabSz="449580">
              <a:lnSpc>
                <a:spcPct val="100000"/>
              </a:lnSpc>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9A0DB2DC-4C9A-4742-B13C-FB6460FD3503}" type="slidenum">
              <a:rPr lang="en-US" altLang="x-none" sz="1400" dirty="0">
                <a:solidFill>
                  <a:srgbClr val="000000"/>
                </a:solidFill>
                <a:latin typeface="Times New Roman" panose="02020603050405020304" pitchFamily="18" charset="0"/>
              </a:rPr>
              <a:t>5</a:t>
            </a:fld>
            <a:endParaRPr lang="en-US" altLang="x-none" sz="1400" dirty="0">
              <a:solidFill>
                <a:srgbClr val="000000"/>
              </a:solidFill>
              <a:latin typeface="Times New Roman" panose="02020603050405020304" pitchFamily="18" charset="0"/>
            </a:endParaRPr>
          </a:p>
        </p:txBody>
      </p:sp>
      <p:sp>
        <p:nvSpPr>
          <p:cNvPr id="2" name="Text Box 4"/>
          <p:cNvSpPr txBox="1">
            <a:spLocks noChangeArrowheads="1"/>
          </p:cNvSpPr>
          <p:nvPr/>
        </p:nvSpPr>
        <p:spPr bwMode="auto">
          <a:xfrm>
            <a:off x="0" y="0"/>
            <a:ext cx="7543800" cy="762000"/>
          </a:xfrm>
          <a:prstGeom prst="rect">
            <a:avLst/>
          </a:prstGeom>
          <a:noFill/>
          <a:ln w="9525">
            <a:noFill/>
            <a:round/>
          </a:ln>
          <a:effectLst/>
        </p:spPr>
        <p:txBody>
          <a:bodyPr lIns="90000" tIns="46800" rIns="90000" bIns="46800"/>
          <a:lstStyle/>
          <a:p>
            <a:pPr marR="0" algn="ctr" defTabSz="449580" eaLnBrk="1" hangingPunct="1">
              <a:lnSpc>
                <a:spcPct val="100000"/>
              </a:lnSpc>
              <a:spcBef>
                <a:spcPct val="0"/>
              </a:spcBef>
              <a:buClr>
                <a:srgbClr val="000000"/>
              </a:buClr>
              <a:buSzPct val="100000"/>
              <a:buFont typeface="Times New Roman" panose="02020603050405020304"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US" sz="4400" b="1" kern="1200" cap="none" spc="0" normalizeH="0" baseline="0" noProof="0" dirty="0">
                <a:solidFill>
                  <a:srgbClr val="000000"/>
                </a:solidFill>
                <a:effectLst>
                  <a:outerShdw blurRad="38100" dist="38100" dir="2700000" algn="tl">
                    <a:srgbClr val="C0C0C0"/>
                  </a:outerShdw>
                </a:effectLst>
                <a:latin typeface="Comic Sans MS" panose="030F0702030302020204" pitchFamily="66" charset="0"/>
                <a:ea typeface="+mn-ea"/>
                <a:cs typeface="+mn-cs"/>
              </a:rPr>
              <a:t>X.509 CA Hierarchy</a:t>
            </a:r>
          </a:p>
        </p:txBody>
      </p:sp>
      <p:sp>
        <p:nvSpPr>
          <p:cNvPr id="61446" name="TextBox 6"/>
          <p:cNvSpPr txBox="1"/>
          <p:nvPr/>
        </p:nvSpPr>
        <p:spPr>
          <a:xfrm>
            <a:off x="0" y="4313238"/>
            <a:ext cx="3505200" cy="868362"/>
          </a:xfrm>
          <a:prstGeom prst="rect">
            <a:avLst/>
          </a:prstGeom>
          <a:noFill/>
          <a:ln w="9525">
            <a:noFill/>
          </a:ln>
        </p:spPr>
        <p:txBody>
          <a:bodyPr>
            <a:spAutoFit/>
          </a:bodyPr>
          <a:lstStyle/>
          <a:p>
            <a:r>
              <a:rPr lang="en-US" altLang="x-none" dirty="0">
                <a:solidFill>
                  <a:srgbClr val="FF0000"/>
                </a:solidFill>
                <a:latin typeface="Comic Sans MS" panose="030F0702030302020204" pitchFamily="66" charset="0"/>
              </a:rPr>
              <a:t>X&lt;&lt;W&gt;&gt;W&lt;&lt;V&gt;&gt;V&lt;&lt;Y&gt;&gt;Y&lt;&lt;Z&gt;&gt;Z&lt;&lt;B&gt;&gt;</a:t>
            </a:r>
          </a:p>
        </p:txBody>
      </p:sp>
      <p:sp>
        <p:nvSpPr>
          <p:cNvPr id="61447" name="TextBox 7"/>
          <p:cNvSpPr txBox="1"/>
          <p:nvPr/>
        </p:nvSpPr>
        <p:spPr>
          <a:xfrm>
            <a:off x="152400" y="2362200"/>
            <a:ext cx="2286000" cy="1836738"/>
          </a:xfrm>
          <a:prstGeom prst="rect">
            <a:avLst/>
          </a:prstGeom>
          <a:noFill/>
          <a:ln w="9525">
            <a:noFill/>
          </a:ln>
        </p:spPr>
        <p:txBody>
          <a:bodyPr>
            <a:spAutoFit/>
          </a:bodyPr>
          <a:lstStyle/>
          <a:p>
            <a:r>
              <a:rPr lang="en-US" altLang="x-none" sz="1800" dirty="0">
                <a:solidFill>
                  <a:schemeClr val="tx1"/>
                </a:solidFill>
                <a:latin typeface="Comic Sans MS" panose="030F0702030302020204" pitchFamily="66" charset="0"/>
              </a:rPr>
              <a:t>User A acquires following certificates from the directory to establish certification path to user B:</a:t>
            </a:r>
          </a:p>
        </p:txBody>
      </p:sp>
    </p:spTree>
    <p:extLst>
      <p:ext uri="{BB962C8B-B14F-4D97-AF65-F5344CB8AC3E}">
        <p14:creationId xmlns:p14="http://schemas.microsoft.com/office/powerpoint/2010/main" val="3956387244"/>
      </p:ext>
    </p:extLst>
  </p:cSld>
  <p:clrMapOvr>
    <a:masterClrMapping/>
  </p:clrMapOvr>
  <p:transition spd="med"/>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ext Box 1"/>
          <p:cNvSpPr txBox="1">
            <a:spLocks noChangeArrowheads="1"/>
          </p:cNvSpPr>
          <p:nvPr/>
        </p:nvSpPr>
        <p:spPr bwMode="auto">
          <a:xfrm>
            <a:off x="360363" y="360363"/>
            <a:ext cx="8280400" cy="6119813"/>
          </a:xfrm>
          <a:prstGeom prst="rect">
            <a:avLst/>
          </a:prstGeom>
          <a:noFill/>
          <a:ln w="9525">
            <a:noFill/>
            <a:round/>
          </a:ln>
        </p:spPr>
        <p:txBody>
          <a:bodyPr lIns="90000" tIns="46800" rIns="90000" bIns="46800"/>
          <a:lstStyle/>
          <a:p>
            <a:pPr marL="341630" marR="0" indent="-341630" defTabSz="449580" eaLnBrk="1" hangingPunct="1">
              <a:buClr>
                <a:srgbClr val="000000"/>
              </a:buClr>
              <a:buSzPct val="100000"/>
              <a:buFont typeface="Comic Sans MS" panose="030F0702030302020204" pitchFamily="66" charset="0"/>
              <a:buNone/>
              <a:tabLst>
                <a:tab pos="340995" algn="l"/>
                <a:tab pos="1255395" algn="l"/>
                <a:tab pos="2169795" algn="l"/>
                <a:tab pos="3084195" algn="l"/>
                <a:tab pos="3998595" algn="l"/>
                <a:tab pos="4912995" algn="l"/>
                <a:tab pos="5827395" algn="l"/>
                <a:tab pos="6741795" algn="l"/>
                <a:tab pos="7656195" algn="l"/>
                <a:tab pos="8570595" algn="l"/>
                <a:tab pos="9484995" algn="l"/>
                <a:tab pos="10399395" algn="l"/>
              </a:tabLst>
              <a:defRPr/>
            </a:pPr>
            <a:r>
              <a:rPr kumimoji="0" lang="en-US" b="1" u="sng" kern="1200" cap="none" spc="0" normalizeH="0" baseline="0" noProof="0" dirty="0">
                <a:solidFill>
                  <a:srgbClr val="000000"/>
                </a:solidFill>
                <a:latin typeface="Comic Sans MS" panose="030F0702030302020204" pitchFamily="66" charset="0"/>
                <a:ea typeface="+mn-ea"/>
                <a:cs typeface="+mn-cs"/>
              </a:rPr>
              <a:t>Description of X.509 Version 3</a:t>
            </a:r>
          </a:p>
          <a:p>
            <a:pPr marL="341630" marR="0" indent="-341630" defTabSz="449580" eaLnBrk="1" hangingPunct="1">
              <a:buClr>
                <a:srgbClr val="000000"/>
              </a:buClr>
              <a:buSzPct val="100000"/>
              <a:buFont typeface="Comic Sans MS" panose="030F0702030302020204" pitchFamily="66" charset="0"/>
              <a:buNone/>
              <a:tabLst>
                <a:tab pos="340995" algn="l"/>
                <a:tab pos="1255395" algn="l"/>
                <a:tab pos="2169795" algn="l"/>
                <a:tab pos="3084195" algn="l"/>
                <a:tab pos="3998595" algn="l"/>
                <a:tab pos="4912995" algn="l"/>
                <a:tab pos="5827395" algn="l"/>
                <a:tab pos="6741795" algn="l"/>
                <a:tab pos="7656195" algn="l"/>
                <a:tab pos="8570595" algn="l"/>
                <a:tab pos="9484995" algn="l"/>
                <a:tab pos="10399395" algn="l"/>
              </a:tabLst>
              <a:defRPr/>
            </a:pPr>
            <a:r>
              <a:rPr kumimoji="0" lang="en-US" kern="1200" cap="none" spc="0" normalizeH="0" baseline="0" noProof="0" dirty="0">
                <a:solidFill>
                  <a:srgbClr val="000000"/>
                </a:solidFill>
                <a:latin typeface="Comic Sans MS" panose="030F0702030302020204" pitchFamily="66" charset="0"/>
                <a:ea typeface="+mn-ea"/>
                <a:cs typeface="+mn-cs"/>
              </a:rPr>
              <a:t>The following requirements not satisfied by version 2:-</a:t>
            </a:r>
          </a:p>
          <a:p>
            <a:pPr marL="514350" marR="0" indent="-514350" defTabSz="449580" eaLnBrk="1" hangingPunct="1">
              <a:buClr>
                <a:srgbClr val="000000"/>
              </a:buClr>
              <a:buSzPct val="100000"/>
              <a:buFont typeface="+mj-lt"/>
              <a:buAutoNum type="arabicPeriod"/>
              <a:tabLst>
                <a:tab pos="340995" algn="l"/>
                <a:tab pos="1255395" algn="l"/>
                <a:tab pos="2169795" algn="l"/>
                <a:tab pos="3084195" algn="l"/>
                <a:tab pos="3998595" algn="l"/>
                <a:tab pos="4912995" algn="l"/>
                <a:tab pos="5827395" algn="l"/>
                <a:tab pos="6741795" algn="l"/>
                <a:tab pos="7656195" algn="l"/>
                <a:tab pos="8570595" algn="l"/>
                <a:tab pos="9484995" algn="l"/>
                <a:tab pos="10399395" algn="l"/>
              </a:tabLst>
              <a:defRPr/>
            </a:pPr>
            <a:r>
              <a:rPr kumimoji="0" lang="en-US" kern="1200" cap="none" spc="0" normalizeH="0" baseline="0" noProof="0" dirty="0">
                <a:solidFill>
                  <a:srgbClr val="000000"/>
                </a:solidFill>
                <a:latin typeface="Comic Sans MS" panose="030F0702030302020204" pitchFamily="66" charset="0"/>
                <a:ea typeface="+mn-ea"/>
                <a:cs typeface="+mn-cs"/>
              </a:rPr>
              <a:t>Subject field is inadequate to convey the identity of a key owner.</a:t>
            </a:r>
          </a:p>
          <a:p>
            <a:pPr marL="514350" marR="0" indent="-514350" defTabSz="449580" eaLnBrk="1" hangingPunct="1">
              <a:buClr>
                <a:srgbClr val="000000"/>
              </a:buClr>
              <a:buSzPct val="100000"/>
              <a:buFont typeface="+mj-lt"/>
              <a:buAutoNum type="arabicPeriod"/>
              <a:tabLst>
                <a:tab pos="340995" algn="l"/>
                <a:tab pos="1255395" algn="l"/>
                <a:tab pos="2169795" algn="l"/>
                <a:tab pos="3084195" algn="l"/>
                <a:tab pos="3998595" algn="l"/>
                <a:tab pos="4912995" algn="l"/>
                <a:tab pos="5827395" algn="l"/>
                <a:tab pos="6741795" algn="l"/>
                <a:tab pos="7656195" algn="l"/>
                <a:tab pos="8570595" algn="l"/>
                <a:tab pos="9484995" algn="l"/>
                <a:tab pos="10399395" algn="l"/>
              </a:tabLst>
              <a:defRPr/>
            </a:pPr>
            <a:r>
              <a:rPr kumimoji="0" lang="en-US" kern="1200" cap="none" spc="0" normalizeH="0" baseline="0" noProof="0" dirty="0">
                <a:solidFill>
                  <a:srgbClr val="000000"/>
                </a:solidFill>
                <a:latin typeface="Comic Sans MS" panose="030F0702030302020204" pitchFamily="66" charset="0"/>
                <a:ea typeface="+mn-ea"/>
                <a:cs typeface="+mn-cs"/>
              </a:rPr>
              <a:t>The subject field is also inadequate for many applications</a:t>
            </a:r>
          </a:p>
          <a:p>
            <a:pPr marL="514350" marR="0" indent="-514350" defTabSz="449580" eaLnBrk="1" hangingPunct="1">
              <a:buClr>
                <a:srgbClr val="000000"/>
              </a:buClr>
              <a:buSzPct val="100000"/>
              <a:buFont typeface="+mj-lt"/>
              <a:buAutoNum type="arabicPeriod"/>
              <a:tabLst>
                <a:tab pos="340995" algn="l"/>
                <a:tab pos="1255395" algn="l"/>
                <a:tab pos="2169795" algn="l"/>
                <a:tab pos="3084195" algn="l"/>
                <a:tab pos="3998595" algn="l"/>
                <a:tab pos="4912995" algn="l"/>
                <a:tab pos="5827395" algn="l"/>
                <a:tab pos="6741795" algn="l"/>
                <a:tab pos="7656195" algn="l"/>
                <a:tab pos="8570595" algn="l"/>
                <a:tab pos="9484995" algn="l"/>
                <a:tab pos="10399395" algn="l"/>
              </a:tabLst>
              <a:defRPr/>
            </a:pPr>
            <a:r>
              <a:rPr kumimoji="0" lang="en-US" kern="1200" cap="none" spc="0" normalizeH="0" baseline="0" noProof="0" dirty="0">
                <a:solidFill>
                  <a:srgbClr val="000000"/>
                </a:solidFill>
                <a:latin typeface="Comic Sans MS" panose="030F0702030302020204" pitchFamily="66" charset="0"/>
                <a:ea typeface="+mn-ea"/>
                <a:cs typeface="+mn-cs"/>
              </a:rPr>
              <a:t>There is need to indicate security policy information</a:t>
            </a:r>
          </a:p>
          <a:p>
            <a:pPr marL="514350" marR="0" indent="-514350" defTabSz="449580" eaLnBrk="1" hangingPunct="1">
              <a:buClr>
                <a:srgbClr val="000000"/>
              </a:buClr>
              <a:buSzPct val="100000"/>
              <a:buFont typeface="+mj-lt"/>
              <a:buAutoNum type="arabicPeriod"/>
              <a:tabLst>
                <a:tab pos="340995" algn="l"/>
                <a:tab pos="1255395" algn="l"/>
                <a:tab pos="2169795" algn="l"/>
                <a:tab pos="3084195" algn="l"/>
                <a:tab pos="3998595" algn="l"/>
                <a:tab pos="4912995" algn="l"/>
                <a:tab pos="5827395" algn="l"/>
                <a:tab pos="6741795" algn="l"/>
                <a:tab pos="7656195" algn="l"/>
                <a:tab pos="8570595" algn="l"/>
                <a:tab pos="9484995" algn="l"/>
                <a:tab pos="10399395" algn="l"/>
              </a:tabLst>
              <a:defRPr/>
            </a:pPr>
            <a:r>
              <a:rPr kumimoji="0" lang="en-US" kern="1200" cap="none" spc="0" normalizeH="0" baseline="0" noProof="0" dirty="0">
                <a:solidFill>
                  <a:srgbClr val="000000"/>
                </a:solidFill>
                <a:latin typeface="Comic Sans MS" panose="030F0702030302020204" pitchFamily="66" charset="0"/>
                <a:ea typeface="+mn-ea"/>
                <a:cs typeface="+mn-cs"/>
              </a:rPr>
              <a:t>There is a need to specify particular public key among several public keys of same CA or user</a:t>
            </a:r>
          </a:p>
          <a:p>
            <a:pPr marL="514350" marR="0" indent="-514350" defTabSz="449580" eaLnBrk="1" hangingPunct="1">
              <a:buClr>
                <a:srgbClr val="000000"/>
              </a:buClr>
              <a:buSzPct val="100000"/>
              <a:buFont typeface="+mj-lt"/>
              <a:buAutoNum type="arabicPeriod"/>
              <a:tabLst>
                <a:tab pos="340995" algn="l"/>
                <a:tab pos="1255395" algn="l"/>
                <a:tab pos="2169795" algn="l"/>
                <a:tab pos="3084195" algn="l"/>
                <a:tab pos="3998595" algn="l"/>
                <a:tab pos="4912995" algn="l"/>
                <a:tab pos="5827395" algn="l"/>
                <a:tab pos="6741795" algn="l"/>
                <a:tab pos="7656195" algn="l"/>
                <a:tab pos="8570595" algn="l"/>
                <a:tab pos="9484995" algn="l"/>
                <a:tab pos="10399395" algn="l"/>
              </a:tabLst>
              <a:defRPr/>
            </a:pPr>
            <a:r>
              <a:rPr kumimoji="0" lang="en-US" kern="1200" cap="none" spc="0" normalizeH="0" baseline="0" noProof="0" dirty="0">
                <a:solidFill>
                  <a:srgbClr val="000000"/>
                </a:solidFill>
                <a:latin typeface="Comic Sans MS" panose="030F0702030302020204" pitchFamily="66" charset="0"/>
                <a:ea typeface="+mn-ea"/>
                <a:cs typeface="+mn-cs"/>
              </a:rPr>
              <a:t>Need to specify constraints on the applicability of a particular certificate</a:t>
            </a:r>
          </a:p>
          <a:p>
            <a:pPr marL="514350" marR="0" indent="-514350" defTabSz="449580" eaLnBrk="1" hangingPunct="1">
              <a:buClr>
                <a:srgbClr val="000000"/>
              </a:buClr>
              <a:buSzPct val="100000"/>
              <a:buFont typeface="+mj-lt"/>
              <a:buAutoNum type="arabicPeriod"/>
              <a:tabLst>
                <a:tab pos="340995" algn="l"/>
                <a:tab pos="1255395" algn="l"/>
                <a:tab pos="2169795" algn="l"/>
                <a:tab pos="3084195" algn="l"/>
                <a:tab pos="3998595" algn="l"/>
                <a:tab pos="4912995" algn="l"/>
                <a:tab pos="5827395" algn="l"/>
                <a:tab pos="6741795" algn="l"/>
                <a:tab pos="7656195" algn="l"/>
                <a:tab pos="8570595" algn="l"/>
                <a:tab pos="9484995" algn="l"/>
                <a:tab pos="10399395" algn="l"/>
              </a:tabLst>
              <a:defRPr/>
            </a:pPr>
            <a:endParaRPr kumimoji="0" lang="en-US" kern="1200" cap="none" spc="0" normalizeH="0" baseline="0" noProof="0" dirty="0">
              <a:solidFill>
                <a:srgbClr val="000000"/>
              </a:solidFill>
              <a:latin typeface="Comic Sans MS" panose="030F0702030302020204" pitchFamily="66" charset="0"/>
              <a:ea typeface="+mn-ea"/>
              <a:cs typeface="+mn-cs"/>
            </a:endParaRPr>
          </a:p>
        </p:txBody>
      </p:sp>
    </p:spTree>
    <p:extLst>
      <p:ext uri="{BB962C8B-B14F-4D97-AF65-F5344CB8AC3E}">
        <p14:creationId xmlns:p14="http://schemas.microsoft.com/office/powerpoint/2010/main" val="1893733492"/>
      </p:ext>
    </p:extLst>
  </p:cSld>
  <p:clrMapOvr>
    <a:masterClrMapping/>
  </p:clrMapOvr>
  <p:transition spd="med"/>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ext Box 1"/>
          <p:cNvSpPr txBox="1"/>
          <p:nvPr/>
        </p:nvSpPr>
        <p:spPr>
          <a:xfrm>
            <a:off x="539750" y="360363"/>
            <a:ext cx="7918450" cy="5735637"/>
          </a:xfrm>
          <a:prstGeom prst="rect">
            <a:avLst/>
          </a:prstGeom>
          <a:noFill/>
          <a:ln w="9525">
            <a:noFill/>
          </a:ln>
        </p:spPr>
        <p:txBody>
          <a:bodyPr lIns="90000" tIns="46800" rIns="90000" bIns="46800"/>
          <a:lstStyle/>
          <a:p>
            <a:pPr marL="341630" indent="-341630" defTabSz="449580" eaLnBrk="1" hangingPunct="1">
              <a:buFont typeface="Comic Sans MS" panose="030F0702030302020204" pitchFamily="66" charset="0"/>
              <a:buChar char="•"/>
              <a:tabLst>
                <a:tab pos="341630" algn="l"/>
                <a:tab pos="1256030" algn="l"/>
                <a:tab pos="2170430" algn="l"/>
                <a:tab pos="3084830" algn="l"/>
                <a:tab pos="3999230" algn="l"/>
                <a:tab pos="4913630" algn="l"/>
                <a:tab pos="5828030" algn="l"/>
                <a:tab pos="6742430" algn="l"/>
                <a:tab pos="7656830" algn="l"/>
                <a:tab pos="8571230" algn="l"/>
                <a:tab pos="9485630" algn="l"/>
                <a:tab pos="10400030" algn="l"/>
              </a:tabLst>
            </a:pPr>
            <a:r>
              <a:rPr lang="en-US" altLang="x-none" dirty="0">
                <a:solidFill>
                  <a:srgbClr val="000000"/>
                </a:solidFill>
                <a:latin typeface="Comic Sans MS" panose="030F0702030302020204" pitchFamily="66" charset="0"/>
              </a:rPr>
              <a:t>Version 3 includes “extension” field, which is optional. The certificate extensions fall into three main categories.</a:t>
            </a:r>
          </a:p>
          <a:p>
            <a:pPr marL="913130" lvl="2" indent="0" defTabSz="449580" eaLnBrk="1" hangingPunct="1">
              <a:buFont typeface="Comic Sans MS" panose="030F0702030302020204" pitchFamily="66" charset="0"/>
              <a:tabLst>
                <a:tab pos="341630" algn="l"/>
                <a:tab pos="1256030" algn="l"/>
                <a:tab pos="2170430" algn="l"/>
                <a:tab pos="3084830" algn="l"/>
                <a:tab pos="3999230" algn="l"/>
                <a:tab pos="4913630" algn="l"/>
                <a:tab pos="5828030" algn="l"/>
                <a:tab pos="6742430" algn="l"/>
                <a:tab pos="7656830" algn="l"/>
                <a:tab pos="8571230" algn="l"/>
                <a:tab pos="9485630" algn="l"/>
                <a:tab pos="10400030" algn="l"/>
              </a:tabLst>
            </a:pPr>
            <a:r>
              <a:rPr lang="en-US" altLang="x-none" dirty="0">
                <a:solidFill>
                  <a:srgbClr val="000000"/>
                </a:solidFill>
                <a:latin typeface="Comic Sans MS" panose="030F0702030302020204" pitchFamily="66" charset="0"/>
              </a:rPr>
              <a:t>(1) </a:t>
            </a:r>
            <a:r>
              <a:rPr lang="en-US" altLang="x-none" dirty="0">
                <a:solidFill>
                  <a:srgbClr val="0070C0"/>
                </a:solidFill>
                <a:latin typeface="Comic Sans MS" panose="030F0702030302020204" pitchFamily="66" charset="0"/>
              </a:rPr>
              <a:t>Key and policy information</a:t>
            </a:r>
          </a:p>
          <a:p>
            <a:pPr marL="913130" lvl="2" indent="0" defTabSz="449580" eaLnBrk="1" hangingPunct="1">
              <a:buFont typeface="Comic Sans MS" panose="030F0702030302020204" pitchFamily="66" charset="0"/>
              <a:tabLst>
                <a:tab pos="341630" algn="l"/>
                <a:tab pos="1256030" algn="l"/>
                <a:tab pos="2170430" algn="l"/>
                <a:tab pos="3084830" algn="l"/>
                <a:tab pos="3999230" algn="l"/>
                <a:tab pos="4913630" algn="l"/>
                <a:tab pos="5828030" algn="l"/>
                <a:tab pos="6742430" algn="l"/>
                <a:tab pos="7656830" algn="l"/>
                <a:tab pos="8571230" algn="l"/>
                <a:tab pos="9485630" algn="l"/>
                <a:tab pos="10400030" algn="l"/>
              </a:tabLst>
            </a:pPr>
            <a:r>
              <a:rPr lang="en-US" altLang="x-none" dirty="0">
                <a:solidFill>
                  <a:srgbClr val="0070C0"/>
                </a:solidFill>
                <a:latin typeface="Comic Sans MS" panose="030F0702030302020204" pitchFamily="66" charset="0"/>
              </a:rPr>
              <a:t>(2) Subject and issuer attributes</a:t>
            </a:r>
          </a:p>
          <a:p>
            <a:pPr marL="913130" lvl="2" indent="0" defTabSz="449580" eaLnBrk="1" hangingPunct="1">
              <a:buFont typeface="Comic Sans MS" panose="030F0702030302020204" pitchFamily="66" charset="0"/>
              <a:tabLst>
                <a:tab pos="341630" algn="l"/>
                <a:tab pos="1256030" algn="l"/>
                <a:tab pos="2170430" algn="l"/>
                <a:tab pos="3084830" algn="l"/>
                <a:tab pos="3999230" algn="l"/>
                <a:tab pos="4913630" algn="l"/>
                <a:tab pos="5828030" algn="l"/>
                <a:tab pos="6742430" algn="l"/>
                <a:tab pos="7656830" algn="l"/>
                <a:tab pos="8571230" algn="l"/>
                <a:tab pos="9485630" algn="l"/>
                <a:tab pos="10400030" algn="l"/>
              </a:tabLst>
            </a:pPr>
            <a:r>
              <a:rPr lang="en-US" altLang="x-none" dirty="0">
                <a:solidFill>
                  <a:srgbClr val="0070C0"/>
                </a:solidFill>
                <a:latin typeface="Comic Sans MS" panose="030F0702030302020204" pitchFamily="66" charset="0"/>
              </a:rPr>
              <a:t>(3) Certification path constraints</a:t>
            </a:r>
          </a:p>
          <a:p>
            <a:pPr marL="341630" indent="-341630" defTabSz="449580">
              <a:buFont typeface="Comic Sans MS" panose="030F0702030302020204" pitchFamily="66" charset="0"/>
              <a:buChar char="•"/>
              <a:tabLst>
                <a:tab pos="341630" algn="l"/>
                <a:tab pos="1256030" algn="l"/>
                <a:tab pos="2170430" algn="l"/>
                <a:tab pos="3084830" algn="l"/>
                <a:tab pos="3999230" algn="l"/>
                <a:tab pos="4913630" algn="l"/>
                <a:tab pos="5828030" algn="l"/>
                <a:tab pos="6742430" algn="l"/>
                <a:tab pos="7656830" algn="l"/>
                <a:tab pos="8571230" algn="l"/>
                <a:tab pos="9485630" algn="l"/>
                <a:tab pos="10400030" algn="l"/>
              </a:tabLst>
            </a:pPr>
            <a:r>
              <a:rPr lang="en-US" altLang="x-none" dirty="0">
                <a:solidFill>
                  <a:srgbClr val="000000"/>
                </a:solidFill>
                <a:latin typeface="Comic Sans MS" panose="030F0702030302020204" pitchFamily="66" charset="0"/>
              </a:rPr>
              <a:t>(1) </a:t>
            </a:r>
            <a:r>
              <a:rPr lang="en-IN" altLang="x-none" b="1" u="sng" dirty="0">
                <a:solidFill>
                  <a:srgbClr val="000000"/>
                </a:solidFill>
                <a:latin typeface="Comic Sans MS" panose="030F0702030302020204" pitchFamily="66" charset="0"/>
              </a:rPr>
              <a:t>Key and policy information:</a:t>
            </a:r>
          </a:p>
          <a:p>
            <a:pPr marL="913130" lvl="2" indent="0" defTabSz="449580" eaLnBrk="1" hangingPunct="1">
              <a:buFont typeface="Comic Sans MS" panose="030F0702030302020204" pitchFamily="66" charset="0"/>
              <a:tabLst>
                <a:tab pos="341630" algn="l"/>
                <a:tab pos="1256030" algn="l"/>
                <a:tab pos="2170430" algn="l"/>
                <a:tab pos="3084830" algn="l"/>
                <a:tab pos="3999230" algn="l"/>
                <a:tab pos="4913630" algn="l"/>
                <a:tab pos="5828030" algn="l"/>
                <a:tab pos="6742430" algn="l"/>
                <a:tab pos="7656830" algn="l"/>
                <a:tab pos="8571230" algn="l"/>
                <a:tab pos="9485630" algn="l"/>
                <a:tab pos="10400030" algn="l"/>
              </a:tabLst>
            </a:pPr>
            <a:r>
              <a:rPr lang="en-US" altLang="x-none" dirty="0">
                <a:solidFill>
                  <a:srgbClr val="000000"/>
                </a:solidFill>
                <a:latin typeface="Comic Sans MS" panose="030F0702030302020204" pitchFamily="66" charset="0"/>
              </a:rPr>
              <a:t>i) Authority key identifier</a:t>
            </a:r>
          </a:p>
          <a:p>
            <a:pPr marL="913130" lvl="2" indent="0" defTabSz="449580" eaLnBrk="1" hangingPunct="1">
              <a:buFont typeface="Comic Sans MS" panose="030F0702030302020204" pitchFamily="66" charset="0"/>
              <a:tabLst>
                <a:tab pos="341630" algn="l"/>
                <a:tab pos="1256030" algn="l"/>
                <a:tab pos="2170430" algn="l"/>
                <a:tab pos="3084830" algn="l"/>
                <a:tab pos="3999230" algn="l"/>
                <a:tab pos="4913630" algn="l"/>
                <a:tab pos="5828030" algn="l"/>
                <a:tab pos="6742430" algn="l"/>
                <a:tab pos="7656830" algn="l"/>
                <a:tab pos="8571230" algn="l"/>
                <a:tab pos="9485630" algn="l"/>
                <a:tab pos="10400030" algn="l"/>
              </a:tabLst>
            </a:pPr>
            <a:r>
              <a:rPr lang="en-US" altLang="x-none" dirty="0">
                <a:solidFill>
                  <a:srgbClr val="000000"/>
                </a:solidFill>
                <a:latin typeface="Comic Sans MS" panose="030F0702030302020204" pitchFamily="66" charset="0"/>
              </a:rPr>
              <a:t>ii)Subject key identifier</a:t>
            </a:r>
          </a:p>
          <a:p>
            <a:pPr marL="913130" lvl="2" indent="0" defTabSz="449580" eaLnBrk="1" hangingPunct="1">
              <a:buFont typeface="Comic Sans MS" panose="030F0702030302020204" pitchFamily="66" charset="0"/>
              <a:tabLst>
                <a:tab pos="341630" algn="l"/>
                <a:tab pos="1256030" algn="l"/>
                <a:tab pos="2170430" algn="l"/>
                <a:tab pos="3084830" algn="l"/>
                <a:tab pos="3999230" algn="l"/>
                <a:tab pos="4913630" algn="l"/>
                <a:tab pos="5828030" algn="l"/>
                <a:tab pos="6742430" algn="l"/>
                <a:tab pos="7656830" algn="l"/>
                <a:tab pos="8571230" algn="l"/>
                <a:tab pos="9485630" algn="l"/>
                <a:tab pos="10400030" algn="l"/>
              </a:tabLst>
            </a:pPr>
            <a:r>
              <a:rPr lang="en-US" altLang="x-none" dirty="0">
                <a:solidFill>
                  <a:srgbClr val="000000"/>
                </a:solidFill>
                <a:latin typeface="Comic Sans MS" panose="030F0702030302020204" pitchFamily="66" charset="0"/>
              </a:rPr>
              <a:t>iii)key usage</a:t>
            </a:r>
          </a:p>
          <a:p>
            <a:pPr marL="913130" lvl="2" indent="0" defTabSz="449580" eaLnBrk="1" hangingPunct="1">
              <a:buFont typeface="Comic Sans MS" panose="030F0702030302020204" pitchFamily="66" charset="0"/>
              <a:tabLst>
                <a:tab pos="341630" algn="l"/>
                <a:tab pos="1256030" algn="l"/>
                <a:tab pos="2170430" algn="l"/>
                <a:tab pos="3084830" algn="l"/>
                <a:tab pos="3999230" algn="l"/>
                <a:tab pos="4913630" algn="l"/>
                <a:tab pos="5828030" algn="l"/>
                <a:tab pos="6742430" algn="l"/>
                <a:tab pos="7656830" algn="l"/>
                <a:tab pos="8571230" algn="l"/>
                <a:tab pos="9485630" algn="l"/>
                <a:tab pos="10400030" algn="l"/>
              </a:tabLst>
            </a:pPr>
            <a:r>
              <a:rPr lang="en-US" altLang="x-none" dirty="0">
                <a:solidFill>
                  <a:srgbClr val="000000"/>
                </a:solidFill>
                <a:latin typeface="Comic Sans MS" panose="030F0702030302020204" pitchFamily="66" charset="0"/>
              </a:rPr>
              <a:t>iv) private key usage period</a:t>
            </a:r>
          </a:p>
          <a:p>
            <a:pPr marL="913130" lvl="2" indent="0" defTabSz="449580" eaLnBrk="1" hangingPunct="1">
              <a:buFont typeface="Comic Sans MS" panose="030F0702030302020204" pitchFamily="66" charset="0"/>
              <a:tabLst>
                <a:tab pos="341630" algn="l"/>
                <a:tab pos="1256030" algn="l"/>
                <a:tab pos="2170430" algn="l"/>
                <a:tab pos="3084830" algn="l"/>
                <a:tab pos="3999230" algn="l"/>
                <a:tab pos="4913630" algn="l"/>
                <a:tab pos="5828030" algn="l"/>
                <a:tab pos="6742430" algn="l"/>
                <a:tab pos="7656830" algn="l"/>
                <a:tab pos="8571230" algn="l"/>
                <a:tab pos="9485630" algn="l"/>
                <a:tab pos="10400030" algn="l"/>
              </a:tabLst>
            </a:pPr>
            <a:r>
              <a:rPr lang="en-US" altLang="x-none" dirty="0">
                <a:solidFill>
                  <a:srgbClr val="000000"/>
                </a:solidFill>
                <a:latin typeface="Comic Sans MS" panose="030F0702030302020204" pitchFamily="66" charset="0"/>
              </a:rPr>
              <a:t>v) certificate policies</a:t>
            </a:r>
          </a:p>
          <a:p>
            <a:pPr marL="913130" lvl="2" indent="0" defTabSz="449580" eaLnBrk="1" hangingPunct="1">
              <a:buFont typeface="Comic Sans MS" panose="030F0702030302020204" pitchFamily="66" charset="0"/>
              <a:tabLst>
                <a:tab pos="341630" algn="l"/>
                <a:tab pos="1256030" algn="l"/>
                <a:tab pos="2170430" algn="l"/>
                <a:tab pos="3084830" algn="l"/>
                <a:tab pos="3999230" algn="l"/>
                <a:tab pos="4913630" algn="l"/>
                <a:tab pos="5828030" algn="l"/>
                <a:tab pos="6742430" algn="l"/>
                <a:tab pos="7656830" algn="l"/>
                <a:tab pos="8571230" algn="l"/>
                <a:tab pos="9485630" algn="l"/>
                <a:tab pos="10400030" algn="l"/>
              </a:tabLst>
            </a:pPr>
            <a:r>
              <a:rPr lang="en-US" altLang="x-none" dirty="0">
                <a:solidFill>
                  <a:srgbClr val="000000"/>
                </a:solidFill>
                <a:latin typeface="Comic Sans MS" panose="030F0702030302020204" pitchFamily="66" charset="0"/>
              </a:rPr>
              <a:t>vi) policy mappings</a:t>
            </a:r>
          </a:p>
        </p:txBody>
      </p:sp>
    </p:spTree>
    <p:extLst>
      <p:ext uri="{BB962C8B-B14F-4D97-AF65-F5344CB8AC3E}">
        <p14:creationId xmlns:p14="http://schemas.microsoft.com/office/powerpoint/2010/main" val="3278882331"/>
      </p:ext>
    </p:extLst>
  </p:cSld>
  <p:clrMapOvr>
    <a:masterClrMapping/>
  </p:clrMapOvr>
  <p:transition spd="med"/>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ext Box 1"/>
          <p:cNvSpPr txBox="1"/>
          <p:nvPr/>
        </p:nvSpPr>
        <p:spPr>
          <a:xfrm>
            <a:off x="539750" y="360363"/>
            <a:ext cx="7918450" cy="5735637"/>
          </a:xfrm>
          <a:prstGeom prst="rect">
            <a:avLst/>
          </a:prstGeom>
          <a:noFill/>
          <a:ln w="9525">
            <a:noFill/>
          </a:ln>
        </p:spPr>
        <p:txBody>
          <a:bodyPr wrap="none" anchor="ctr" anchorCtr="0"/>
          <a:lstStyle/>
          <a:p>
            <a:endParaRPr lang="en-US" altLang="x-none" dirty="0">
              <a:latin typeface="Comic Sans MS" panose="030F0702030302020204" pitchFamily="66" charset="0"/>
            </a:endParaRPr>
          </a:p>
        </p:txBody>
      </p:sp>
      <p:sp>
        <p:nvSpPr>
          <p:cNvPr id="64515" name="Text Box 2"/>
          <p:cNvSpPr txBox="1"/>
          <p:nvPr/>
        </p:nvSpPr>
        <p:spPr>
          <a:xfrm>
            <a:off x="360363" y="360363"/>
            <a:ext cx="8097837" cy="5735637"/>
          </a:xfrm>
          <a:prstGeom prst="rect">
            <a:avLst/>
          </a:prstGeom>
          <a:noFill/>
          <a:ln w="9525">
            <a:noFill/>
          </a:ln>
        </p:spPr>
        <p:txBody>
          <a:bodyPr lIns="90000" tIns="46800" rIns="90000" bIns="46800"/>
          <a:lstStyle/>
          <a:p>
            <a:pPr marL="341630" indent="-341630" defTabSz="449580" eaLnBrk="1" hangingPunct="1">
              <a:buFont typeface="Comic Sans MS" panose="030F0702030302020204" pitchFamily="66" charset="0"/>
              <a:buChar char="•"/>
              <a:tabLst>
                <a:tab pos="341630" algn="l"/>
                <a:tab pos="1256030" algn="l"/>
                <a:tab pos="2170430" algn="l"/>
                <a:tab pos="3084830" algn="l"/>
                <a:tab pos="3999230" algn="l"/>
                <a:tab pos="4913630" algn="l"/>
                <a:tab pos="5828030" algn="l"/>
                <a:tab pos="6742430" algn="l"/>
                <a:tab pos="7656830" algn="l"/>
                <a:tab pos="8571230" algn="l"/>
                <a:tab pos="9485630" algn="l"/>
                <a:tab pos="10400030" algn="l"/>
              </a:tabLst>
            </a:pPr>
            <a:r>
              <a:rPr lang="en-US" altLang="x-none" dirty="0">
                <a:solidFill>
                  <a:srgbClr val="000000"/>
                </a:solidFill>
                <a:latin typeface="Comic Sans MS" panose="030F0702030302020204" pitchFamily="66" charset="0"/>
              </a:rPr>
              <a:t>(2)</a:t>
            </a:r>
            <a:r>
              <a:rPr lang="en-US" altLang="x-none" b="1" u="sng" dirty="0">
                <a:solidFill>
                  <a:srgbClr val="000000"/>
                </a:solidFill>
                <a:latin typeface="Comic Sans MS" panose="030F0702030302020204" pitchFamily="66" charset="0"/>
              </a:rPr>
              <a:t> Subject and Issuer attributes:</a:t>
            </a:r>
          </a:p>
          <a:p>
            <a:pPr lvl="4" defTabSz="449580" eaLnBrk="1" hangingPunct="1">
              <a:buClrTx/>
              <a:buSzTx/>
              <a:buFontTx/>
              <a:tabLst>
                <a:tab pos="341630" algn="l"/>
                <a:tab pos="1256030" algn="l"/>
                <a:tab pos="2170430" algn="l"/>
                <a:tab pos="3084830" algn="l"/>
                <a:tab pos="3999230" algn="l"/>
                <a:tab pos="4913630" algn="l"/>
                <a:tab pos="5828030" algn="l"/>
                <a:tab pos="6742430" algn="l"/>
                <a:tab pos="7656830" algn="l"/>
                <a:tab pos="8571230" algn="l"/>
                <a:tab pos="9485630" algn="l"/>
                <a:tab pos="10400030" algn="l"/>
              </a:tabLst>
            </a:pPr>
            <a:r>
              <a:rPr lang="en-US" altLang="x-none" dirty="0">
                <a:solidFill>
                  <a:srgbClr val="000000"/>
                </a:solidFill>
                <a:latin typeface="Comic Sans MS" panose="030F0702030302020204" pitchFamily="66" charset="0"/>
              </a:rPr>
              <a:t>		(I)  Subject alternative name</a:t>
            </a:r>
          </a:p>
          <a:p>
            <a:pPr lvl="4" defTabSz="449580" eaLnBrk="1" hangingPunct="1">
              <a:buClrTx/>
              <a:buSzTx/>
              <a:buFontTx/>
              <a:tabLst>
                <a:tab pos="341630" algn="l"/>
                <a:tab pos="1256030" algn="l"/>
                <a:tab pos="2170430" algn="l"/>
                <a:tab pos="3084830" algn="l"/>
                <a:tab pos="3999230" algn="l"/>
                <a:tab pos="4913630" algn="l"/>
                <a:tab pos="5828030" algn="l"/>
                <a:tab pos="6742430" algn="l"/>
                <a:tab pos="7656830" algn="l"/>
                <a:tab pos="8571230" algn="l"/>
                <a:tab pos="9485630" algn="l"/>
                <a:tab pos="10400030" algn="l"/>
              </a:tabLst>
            </a:pPr>
            <a:r>
              <a:rPr lang="en-US" altLang="x-none" dirty="0">
                <a:solidFill>
                  <a:srgbClr val="000000"/>
                </a:solidFill>
                <a:latin typeface="Comic Sans MS" panose="030F0702030302020204" pitchFamily="66" charset="0"/>
              </a:rPr>
              <a:t>		(ii) Issuer alternative name</a:t>
            </a:r>
          </a:p>
          <a:p>
            <a:pPr lvl="4" defTabSz="449580" eaLnBrk="1" hangingPunct="1">
              <a:buClrTx/>
              <a:buSzTx/>
              <a:buFontTx/>
              <a:tabLst>
                <a:tab pos="341630" algn="l"/>
                <a:tab pos="1256030" algn="l"/>
                <a:tab pos="2170430" algn="l"/>
                <a:tab pos="3084830" algn="l"/>
                <a:tab pos="3999230" algn="l"/>
                <a:tab pos="4913630" algn="l"/>
                <a:tab pos="5828030" algn="l"/>
                <a:tab pos="6742430" algn="l"/>
                <a:tab pos="7656830" algn="l"/>
                <a:tab pos="8571230" algn="l"/>
                <a:tab pos="9485630" algn="l"/>
                <a:tab pos="10400030" algn="l"/>
              </a:tabLst>
            </a:pPr>
            <a:r>
              <a:rPr lang="en-US" altLang="x-none" dirty="0">
                <a:solidFill>
                  <a:srgbClr val="000000"/>
                </a:solidFill>
                <a:latin typeface="Comic Sans MS" panose="030F0702030302020204" pitchFamily="66" charset="0"/>
              </a:rPr>
              <a:t>		(iii) Subject directory attribute</a:t>
            </a:r>
          </a:p>
          <a:p>
            <a:pPr lvl="4" defTabSz="449580" eaLnBrk="1" hangingPunct="1">
              <a:buClrTx/>
              <a:buSzTx/>
              <a:buFontTx/>
              <a:tabLst>
                <a:tab pos="341630" algn="l"/>
                <a:tab pos="1256030" algn="l"/>
                <a:tab pos="2170430" algn="l"/>
                <a:tab pos="3084830" algn="l"/>
                <a:tab pos="3999230" algn="l"/>
                <a:tab pos="4913630" algn="l"/>
                <a:tab pos="5828030" algn="l"/>
                <a:tab pos="6742430" algn="l"/>
                <a:tab pos="7656830" algn="l"/>
                <a:tab pos="8571230" algn="l"/>
                <a:tab pos="9485630" algn="l"/>
                <a:tab pos="10400030" algn="l"/>
              </a:tabLst>
            </a:pPr>
            <a:endParaRPr lang="en-US" altLang="x-none" dirty="0">
              <a:solidFill>
                <a:srgbClr val="000000"/>
              </a:solidFill>
              <a:latin typeface="Comic Sans MS" panose="030F0702030302020204" pitchFamily="66" charset="0"/>
            </a:endParaRPr>
          </a:p>
          <a:p>
            <a:pPr marL="341630" indent="-341630" defTabSz="449580" eaLnBrk="1" hangingPunct="1">
              <a:buFont typeface="Comic Sans MS" panose="030F0702030302020204" pitchFamily="66" charset="0"/>
              <a:buChar char="•"/>
              <a:tabLst>
                <a:tab pos="341630" algn="l"/>
                <a:tab pos="1256030" algn="l"/>
                <a:tab pos="2170430" algn="l"/>
                <a:tab pos="3084830" algn="l"/>
                <a:tab pos="3999230" algn="l"/>
                <a:tab pos="4913630" algn="l"/>
                <a:tab pos="5828030" algn="l"/>
                <a:tab pos="6742430" algn="l"/>
                <a:tab pos="7656830" algn="l"/>
                <a:tab pos="8571230" algn="l"/>
                <a:tab pos="9485630" algn="l"/>
                <a:tab pos="10400030" algn="l"/>
              </a:tabLst>
            </a:pPr>
            <a:r>
              <a:rPr lang="en-US" altLang="x-none" dirty="0">
                <a:solidFill>
                  <a:srgbClr val="000000"/>
                </a:solidFill>
                <a:latin typeface="Comic Sans MS" panose="030F0702030302020204" pitchFamily="66" charset="0"/>
              </a:rPr>
              <a:t>(3)</a:t>
            </a:r>
            <a:r>
              <a:rPr lang="en-US" altLang="x-none" b="1" u="sng" dirty="0">
                <a:solidFill>
                  <a:srgbClr val="000000"/>
                </a:solidFill>
                <a:latin typeface="Comic Sans MS" panose="030F0702030302020204" pitchFamily="66" charset="0"/>
              </a:rPr>
              <a:t> Certification path constraints:</a:t>
            </a:r>
          </a:p>
          <a:p>
            <a:pPr marL="913130" lvl="2" indent="0" defTabSz="449580" eaLnBrk="1" hangingPunct="1">
              <a:buFont typeface="Comic Sans MS" panose="030F0702030302020204" pitchFamily="66" charset="0"/>
              <a:tabLst>
                <a:tab pos="341630" algn="l"/>
                <a:tab pos="1256030" algn="l"/>
                <a:tab pos="2170430" algn="l"/>
                <a:tab pos="3084830" algn="l"/>
                <a:tab pos="3999230" algn="l"/>
                <a:tab pos="4913630" algn="l"/>
                <a:tab pos="5828030" algn="l"/>
                <a:tab pos="6742430" algn="l"/>
                <a:tab pos="7656830" algn="l"/>
                <a:tab pos="8571230" algn="l"/>
                <a:tab pos="9485630" algn="l"/>
                <a:tab pos="10400030" algn="l"/>
              </a:tabLst>
            </a:pPr>
            <a:r>
              <a:rPr lang="en-US" altLang="x-none" dirty="0">
                <a:solidFill>
                  <a:srgbClr val="000000"/>
                </a:solidFill>
                <a:latin typeface="Comic Sans MS" panose="030F0702030302020204" pitchFamily="66" charset="0"/>
              </a:rPr>
              <a:t>(I) Basic constraints: If subject is CA, 	then certification path length 		constraint may be specified.</a:t>
            </a:r>
          </a:p>
          <a:p>
            <a:pPr marL="913130" lvl="2" indent="0" defTabSz="449580" eaLnBrk="1" hangingPunct="1">
              <a:buFont typeface="Comic Sans MS" panose="030F0702030302020204" pitchFamily="66" charset="0"/>
              <a:tabLst>
                <a:tab pos="341630" algn="l"/>
                <a:tab pos="1256030" algn="l"/>
                <a:tab pos="2170430" algn="l"/>
                <a:tab pos="3084830" algn="l"/>
                <a:tab pos="3999230" algn="l"/>
                <a:tab pos="4913630" algn="l"/>
                <a:tab pos="5828030" algn="l"/>
                <a:tab pos="6742430" algn="l"/>
                <a:tab pos="7656830" algn="l"/>
                <a:tab pos="8571230" algn="l"/>
                <a:tab pos="9485630" algn="l"/>
                <a:tab pos="10400030" algn="l"/>
              </a:tabLst>
            </a:pPr>
            <a:r>
              <a:rPr lang="en-US" altLang="x-none" dirty="0">
                <a:solidFill>
                  <a:srgbClr val="000000"/>
                </a:solidFill>
                <a:latin typeface="Comic Sans MS" panose="030F0702030302020204" pitchFamily="66" charset="0"/>
              </a:rPr>
              <a:t>(ii) Name constraints</a:t>
            </a:r>
          </a:p>
          <a:p>
            <a:pPr marL="913130" lvl="2" indent="0" defTabSz="449580" eaLnBrk="1" hangingPunct="1">
              <a:buFont typeface="Comic Sans MS" panose="030F0702030302020204" pitchFamily="66" charset="0"/>
              <a:tabLst>
                <a:tab pos="341630" algn="l"/>
                <a:tab pos="1256030" algn="l"/>
                <a:tab pos="2170430" algn="l"/>
                <a:tab pos="3084830" algn="l"/>
                <a:tab pos="3999230" algn="l"/>
                <a:tab pos="4913630" algn="l"/>
                <a:tab pos="5828030" algn="l"/>
                <a:tab pos="6742430" algn="l"/>
                <a:tab pos="7656830" algn="l"/>
                <a:tab pos="8571230" algn="l"/>
                <a:tab pos="9485630" algn="l"/>
                <a:tab pos="10400030" algn="l"/>
              </a:tabLst>
            </a:pPr>
            <a:r>
              <a:rPr lang="en-US" altLang="x-none" dirty="0">
                <a:solidFill>
                  <a:srgbClr val="000000"/>
                </a:solidFill>
                <a:latin typeface="Comic Sans MS" panose="030F0702030302020204" pitchFamily="66" charset="0"/>
              </a:rPr>
              <a:t>(iii) Policy constraints: Inhibit policy 	mapping for the remainder of the 	certification path</a:t>
            </a:r>
          </a:p>
          <a:p>
            <a:pPr marL="1370330" lvl="3" indent="0" defTabSz="449580" eaLnBrk="1" hangingPunct="1">
              <a:buFont typeface="Comic Sans MS" panose="030F0702030302020204" pitchFamily="66" charset="0"/>
              <a:tabLst>
                <a:tab pos="341630" algn="l"/>
                <a:tab pos="1256030" algn="l"/>
                <a:tab pos="2170430" algn="l"/>
                <a:tab pos="3084830" algn="l"/>
                <a:tab pos="3999230" algn="l"/>
                <a:tab pos="4913630" algn="l"/>
                <a:tab pos="5828030" algn="l"/>
                <a:tab pos="6742430" algn="l"/>
                <a:tab pos="7656830" algn="l"/>
                <a:tab pos="8571230" algn="l"/>
                <a:tab pos="9485630" algn="l"/>
                <a:tab pos="10400030" algn="l"/>
              </a:tabLst>
            </a:pPr>
            <a:endParaRPr lang="en-US" altLang="x-none" dirty="0">
              <a:solidFill>
                <a:srgbClr val="000000"/>
              </a:solidFill>
              <a:latin typeface="Comic Sans MS" panose="030F0702030302020204" pitchFamily="66" charset="0"/>
            </a:endParaRPr>
          </a:p>
        </p:txBody>
      </p:sp>
    </p:spTree>
    <p:extLst>
      <p:ext uri="{BB962C8B-B14F-4D97-AF65-F5344CB8AC3E}">
        <p14:creationId xmlns:p14="http://schemas.microsoft.com/office/powerpoint/2010/main" val="1927099439"/>
      </p:ext>
    </p:extLst>
  </p:cSld>
  <p:clrMapOvr>
    <a:masterClrMapping/>
  </p:clrMapOvr>
  <p:transition spd="med"/>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ext Box 1"/>
          <p:cNvSpPr txBox="1"/>
          <p:nvPr/>
        </p:nvSpPr>
        <p:spPr>
          <a:xfrm>
            <a:off x="6553200" y="6248400"/>
            <a:ext cx="1905000" cy="457200"/>
          </a:xfrm>
          <a:prstGeom prst="rect">
            <a:avLst/>
          </a:prstGeom>
          <a:noFill/>
          <a:ln w="9525">
            <a:noFill/>
          </a:ln>
        </p:spPr>
        <p:txBody>
          <a:bodyPr lIns="90000" tIns="46800" rIns="90000" bIns="46800"/>
          <a:lstStyle/>
          <a:p>
            <a:pPr algn="r" defTabSz="449580">
              <a:lnSpc>
                <a:spcPct val="100000"/>
              </a:lnSpc>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9A0DB2DC-4C9A-4742-B13C-FB6460FD3503}" type="slidenum">
              <a:rPr lang="en-GB" sz="1400" dirty="0">
                <a:solidFill>
                  <a:srgbClr val="000000"/>
                </a:solidFill>
                <a:latin typeface="Times New Roman" panose="02020603050405020304" pitchFamily="18" charset="0"/>
              </a:rPr>
              <a:t>9</a:t>
            </a:fld>
            <a:endParaRPr lang="en-GB" sz="1400" dirty="0">
              <a:solidFill>
                <a:srgbClr val="000000"/>
              </a:solidFill>
              <a:latin typeface="Times New Roman" panose="02020603050405020304" pitchFamily="18" charset="0"/>
            </a:endParaRPr>
          </a:p>
        </p:txBody>
      </p:sp>
      <p:sp>
        <p:nvSpPr>
          <p:cNvPr id="65539" name="Text Box 2"/>
          <p:cNvSpPr txBox="1"/>
          <p:nvPr/>
        </p:nvSpPr>
        <p:spPr>
          <a:xfrm>
            <a:off x="6553200" y="6248400"/>
            <a:ext cx="1905000" cy="457200"/>
          </a:xfrm>
          <a:prstGeom prst="rect">
            <a:avLst/>
          </a:prstGeom>
          <a:noFill/>
          <a:ln w="9525">
            <a:noFill/>
          </a:ln>
        </p:spPr>
        <p:txBody>
          <a:bodyPr lIns="90000" tIns="46800" rIns="90000" bIns="46800"/>
          <a:lstStyle/>
          <a:p>
            <a:pPr algn="r" defTabSz="449580">
              <a:lnSpc>
                <a:spcPct val="100000"/>
              </a:lnSpc>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9A0DB2DC-4C9A-4742-B13C-FB6460FD3503}" type="slidenum">
              <a:rPr lang="en-US" altLang="x-none" sz="1400" dirty="0">
                <a:solidFill>
                  <a:srgbClr val="000000"/>
                </a:solidFill>
                <a:latin typeface="Times New Roman" panose="02020603050405020304" pitchFamily="18" charset="0"/>
              </a:rPr>
              <a:t>9</a:t>
            </a:fld>
            <a:endParaRPr lang="en-US" altLang="x-none" sz="1400" dirty="0">
              <a:solidFill>
                <a:srgbClr val="000000"/>
              </a:solidFill>
              <a:latin typeface="Times New Roman" panose="02020603050405020304" pitchFamily="18" charset="0"/>
            </a:endParaRPr>
          </a:p>
        </p:txBody>
      </p:sp>
      <p:sp>
        <p:nvSpPr>
          <p:cNvPr id="2" name="Text Box 3"/>
          <p:cNvSpPr txBox="1">
            <a:spLocks noChangeArrowheads="1"/>
          </p:cNvSpPr>
          <p:nvPr/>
        </p:nvSpPr>
        <p:spPr bwMode="auto">
          <a:xfrm>
            <a:off x="685800" y="609600"/>
            <a:ext cx="7772400" cy="1143000"/>
          </a:xfrm>
          <a:prstGeom prst="rect">
            <a:avLst/>
          </a:prstGeom>
          <a:noFill/>
          <a:ln w="9525">
            <a:noFill/>
            <a:round/>
          </a:ln>
          <a:effectLst/>
        </p:spPr>
        <p:txBody>
          <a:bodyPr lIns="90000" tIns="46800" rIns="90000" bIns="46800"/>
          <a:lstStyle/>
          <a:p>
            <a:pPr marR="0" algn="ctr" defTabSz="449580" eaLnBrk="1" hangingPunct="1">
              <a:lnSpc>
                <a:spcPct val="100000"/>
              </a:lnSpc>
              <a:spcBef>
                <a:spcPct val="0"/>
              </a:spcBef>
              <a:buClr>
                <a:srgbClr val="000000"/>
              </a:buClr>
              <a:buSzPct val="100000"/>
              <a:buFont typeface="Times New Roman" panose="02020603050405020304"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US" sz="4400" b="1" kern="1200" cap="none" spc="0" normalizeH="0" baseline="0" noProof="0">
                <a:solidFill>
                  <a:srgbClr val="000000"/>
                </a:solidFill>
                <a:effectLst>
                  <a:outerShdw blurRad="38100" dist="38100" dir="2700000" algn="tl">
                    <a:srgbClr val="C0C0C0"/>
                  </a:outerShdw>
                </a:effectLst>
                <a:latin typeface="Comic Sans MS" panose="030F0702030302020204" pitchFamily="66" charset="0"/>
                <a:ea typeface="+mn-ea"/>
                <a:cs typeface="+mn-cs"/>
              </a:rPr>
              <a:t>Revocation of Certificates</a:t>
            </a:r>
          </a:p>
        </p:txBody>
      </p:sp>
      <p:sp>
        <p:nvSpPr>
          <p:cNvPr id="48133" name="Text Box 4"/>
          <p:cNvSpPr txBox="1">
            <a:spLocks noChangeArrowheads="1"/>
          </p:cNvSpPr>
          <p:nvPr/>
        </p:nvSpPr>
        <p:spPr bwMode="auto">
          <a:xfrm>
            <a:off x="685800" y="1981200"/>
            <a:ext cx="7772400" cy="4114800"/>
          </a:xfrm>
          <a:prstGeom prst="rect">
            <a:avLst/>
          </a:prstGeom>
          <a:noFill/>
          <a:ln w="9525">
            <a:noFill/>
            <a:round/>
          </a:ln>
        </p:spPr>
        <p:txBody>
          <a:bodyPr lIns="90000" tIns="46800" rIns="90000" bIns="46800"/>
          <a:lstStyle/>
          <a:p>
            <a:pPr marL="341630" marR="0" indent="-341630" defTabSz="449580" eaLnBrk="1" hangingPunct="1">
              <a:lnSpc>
                <a:spcPct val="100000"/>
              </a:lnSpc>
              <a:spcBef>
                <a:spcPts val="800"/>
              </a:spcBef>
              <a:buClr>
                <a:srgbClr val="000000"/>
              </a:buClr>
              <a:buSzPct val="100000"/>
              <a:buFont typeface="Comic Sans MS" panose="030F0702030302020204" pitchFamily="66" charset="0"/>
              <a:buChar char="•"/>
              <a:tabLst>
                <a:tab pos="340995" algn="l"/>
                <a:tab pos="1255395" algn="l"/>
                <a:tab pos="2169795" algn="l"/>
                <a:tab pos="3084195" algn="l"/>
                <a:tab pos="3998595" algn="l"/>
                <a:tab pos="4912995" algn="l"/>
                <a:tab pos="5827395" algn="l"/>
                <a:tab pos="6741795" algn="l"/>
                <a:tab pos="7656195" algn="l"/>
                <a:tab pos="8570595" algn="l"/>
                <a:tab pos="9484995" algn="l"/>
                <a:tab pos="10399395" algn="l"/>
              </a:tabLst>
              <a:defRPr/>
            </a:pPr>
            <a:r>
              <a:rPr kumimoji="0" lang="en-US" sz="3200" kern="1200" cap="none" spc="0" normalizeH="0" baseline="0" noProof="0" dirty="0">
                <a:solidFill>
                  <a:srgbClr val="000000"/>
                </a:solidFill>
                <a:latin typeface="Comic Sans MS" panose="030F0702030302020204" pitchFamily="66" charset="0"/>
                <a:ea typeface="+mn-ea"/>
                <a:cs typeface="+mn-cs"/>
              </a:rPr>
              <a:t>Reasons for revocation:</a:t>
            </a:r>
          </a:p>
          <a:p>
            <a:pPr marL="971550" marR="0" lvl="1" indent="-514350" algn="l" defTabSz="449580" rtl="0" eaLnBrk="1" fontAlgn="base" latinLnBrk="0" hangingPunct="1">
              <a:lnSpc>
                <a:spcPct val="100000"/>
              </a:lnSpc>
              <a:spcBef>
                <a:spcPts val="700"/>
              </a:spcBef>
              <a:spcAft>
                <a:spcPct val="0"/>
              </a:spcAft>
              <a:buClr>
                <a:srgbClr val="000000"/>
              </a:buClr>
              <a:buSzPct val="100000"/>
              <a:buFont typeface="+mj-lt"/>
              <a:buAutoNum type="arabicPeriod"/>
              <a:tabLst>
                <a:tab pos="340995" algn="l"/>
                <a:tab pos="1255395" algn="l"/>
                <a:tab pos="2169795" algn="l"/>
                <a:tab pos="3084195" algn="l"/>
                <a:tab pos="3998595" algn="l"/>
                <a:tab pos="4912995" algn="l"/>
                <a:tab pos="5827395" algn="l"/>
                <a:tab pos="6741795" algn="l"/>
                <a:tab pos="7656195" algn="l"/>
                <a:tab pos="8570595" algn="l"/>
                <a:tab pos="9484995" algn="l"/>
                <a:tab pos="10399395" algn="l"/>
              </a:tabLst>
              <a:defRPr/>
            </a:pPr>
            <a:r>
              <a:rPr kumimoji="0" lang="en-US" sz="2800" b="0" i="0" u="none" strike="noStrike" kern="1200" cap="none" spc="0" normalizeH="0" baseline="0" noProof="0" dirty="0">
                <a:ln>
                  <a:noFill/>
                </a:ln>
                <a:solidFill>
                  <a:srgbClr val="000000"/>
                </a:solidFill>
                <a:effectLst/>
                <a:uLnTx/>
                <a:uFillTx/>
                <a:latin typeface="Comic Sans MS" panose="030F0702030302020204" pitchFamily="66" charset="0"/>
                <a:ea typeface="+mn-ea"/>
                <a:cs typeface="+mn-cs"/>
              </a:rPr>
              <a:t>The users secret key is assumed to be compromised.</a:t>
            </a:r>
          </a:p>
          <a:p>
            <a:pPr marL="971550" marR="0" lvl="1" indent="-514350" algn="l" defTabSz="449580" rtl="0" eaLnBrk="1" fontAlgn="base" latinLnBrk="0" hangingPunct="1">
              <a:lnSpc>
                <a:spcPct val="100000"/>
              </a:lnSpc>
              <a:spcBef>
                <a:spcPts val="700"/>
              </a:spcBef>
              <a:spcAft>
                <a:spcPct val="0"/>
              </a:spcAft>
              <a:buClr>
                <a:srgbClr val="000000"/>
              </a:buClr>
              <a:buSzPct val="100000"/>
              <a:buFont typeface="+mj-lt"/>
              <a:buAutoNum type="arabicPeriod"/>
              <a:tabLst>
                <a:tab pos="340995" algn="l"/>
                <a:tab pos="1255395" algn="l"/>
                <a:tab pos="2169795" algn="l"/>
                <a:tab pos="3084195" algn="l"/>
                <a:tab pos="3998595" algn="l"/>
                <a:tab pos="4912995" algn="l"/>
                <a:tab pos="5827395" algn="l"/>
                <a:tab pos="6741795" algn="l"/>
                <a:tab pos="7656195" algn="l"/>
                <a:tab pos="8570595" algn="l"/>
                <a:tab pos="9484995" algn="l"/>
                <a:tab pos="10399395" algn="l"/>
              </a:tabLst>
              <a:defRPr/>
            </a:pPr>
            <a:r>
              <a:rPr kumimoji="0" lang="en-US" sz="2800" b="0" i="0" u="none" strike="noStrike" kern="1200" cap="none" spc="0" normalizeH="0" baseline="0" noProof="0" dirty="0">
                <a:ln>
                  <a:noFill/>
                </a:ln>
                <a:solidFill>
                  <a:srgbClr val="000000"/>
                </a:solidFill>
                <a:effectLst/>
                <a:uLnTx/>
                <a:uFillTx/>
                <a:latin typeface="Comic Sans MS" panose="030F0702030302020204" pitchFamily="66" charset="0"/>
                <a:ea typeface="+mn-ea"/>
                <a:cs typeface="+mn-cs"/>
              </a:rPr>
              <a:t>The user is no longer certified by this CA.</a:t>
            </a:r>
          </a:p>
          <a:p>
            <a:pPr marL="971550" marR="0" lvl="1" indent="-514350" algn="l" defTabSz="449580" rtl="0" eaLnBrk="1" fontAlgn="base" latinLnBrk="0" hangingPunct="1">
              <a:lnSpc>
                <a:spcPct val="100000"/>
              </a:lnSpc>
              <a:spcBef>
                <a:spcPts val="700"/>
              </a:spcBef>
              <a:spcAft>
                <a:spcPct val="0"/>
              </a:spcAft>
              <a:buClr>
                <a:srgbClr val="000000"/>
              </a:buClr>
              <a:buSzPct val="100000"/>
              <a:buFont typeface="+mj-lt"/>
              <a:buAutoNum type="arabicPeriod"/>
              <a:tabLst>
                <a:tab pos="340995" algn="l"/>
                <a:tab pos="1255395" algn="l"/>
                <a:tab pos="2169795" algn="l"/>
                <a:tab pos="3084195" algn="l"/>
                <a:tab pos="3998595" algn="l"/>
                <a:tab pos="4912995" algn="l"/>
                <a:tab pos="5827395" algn="l"/>
                <a:tab pos="6741795" algn="l"/>
                <a:tab pos="7656195" algn="l"/>
                <a:tab pos="8570595" algn="l"/>
                <a:tab pos="9484995" algn="l"/>
                <a:tab pos="10399395" algn="l"/>
              </a:tabLst>
              <a:defRPr/>
            </a:pPr>
            <a:r>
              <a:rPr kumimoji="0" lang="en-US" sz="2800" b="0" i="0" u="none" strike="noStrike" kern="1200" cap="none" spc="0" normalizeH="0" baseline="0" noProof="0" dirty="0">
                <a:ln>
                  <a:noFill/>
                </a:ln>
                <a:solidFill>
                  <a:srgbClr val="000000"/>
                </a:solidFill>
                <a:effectLst/>
                <a:uLnTx/>
                <a:uFillTx/>
                <a:latin typeface="Comic Sans MS" panose="030F0702030302020204" pitchFamily="66" charset="0"/>
                <a:ea typeface="+mn-ea"/>
                <a:cs typeface="+mn-cs"/>
              </a:rPr>
              <a:t>The CA’s certificate is assumed to be compromised.</a:t>
            </a:r>
          </a:p>
          <a:p>
            <a:pPr marL="741680" marR="0" lvl="1" indent="-284480" algn="l" defTabSz="449580" rtl="0" eaLnBrk="1" fontAlgn="base" latinLnBrk="0" hangingPunct="1">
              <a:lnSpc>
                <a:spcPct val="100000"/>
              </a:lnSpc>
              <a:spcBef>
                <a:spcPts val="700"/>
              </a:spcBef>
              <a:spcAft>
                <a:spcPct val="0"/>
              </a:spcAft>
              <a:buClr>
                <a:srgbClr val="000000"/>
              </a:buClr>
              <a:buSzPct val="100000"/>
              <a:buFont typeface="Comic Sans MS" panose="030F0702030302020204" pitchFamily="66" charset="0"/>
              <a:buNone/>
              <a:tabLst>
                <a:tab pos="340995" algn="l"/>
                <a:tab pos="1255395" algn="l"/>
                <a:tab pos="2169795" algn="l"/>
                <a:tab pos="3084195" algn="l"/>
                <a:tab pos="3998595" algn="l"/>
                <a:tab pos="4912995" algn="l"/>
                <a:tab pos="5827395" algn="l"/>
                <a:tab pos="6741795" algn="l"/>
                <a:tab pos="7656195" algn="l"/>
                <a:tab pos="8570595" algn="l"/>
                <a:tab pos="9484995" algn="l"/>
                <a:tab pos="10399395" algn="l"/>
              </a:tabLst>
              <a:defRPr/>
            </a:pPr>
            <a:endParaRPr kumimoji="0" lang="en-US" sz="2800" b="0" i="0" u="none" strike="noStrike" kern="1200" cap="none" spc="0" normalizeH="0" baseline="0" noProof="0" dirty="0">
              <a:ln>
                <a:noFill/>
              </a:ln>
              <a:solidFill>
                <a:srgbClr val="000000"/>
              </a:solidFill>
              <a:effectLst/>
              <a:uLnTx/>
              <a:uFillTx/>
              <a:latin typeface="Comic Sans MS" panose="030F0702030302020204" pitchFamily="66" charset="0"/>
              <a:ea typeface="+mn-ea"/>
              <a:cs typeface="+mn-cs"/>
            </a:endParaRPr>
          </a:p>
        </p:txBody>
      </p:sp>
    </p:spTree>
    <p:extLst>
      <p:ext uri="{BB962C8B-B14F-4D97-AF65-F5344CB8AC3E}">
        <p14:creationId xmlns:p14="http://schemas.microsoft.com/office/powerpoint/2010/main" val="3671080507"/>
      </p:ext>
    </p:extLst>
  </p:cSld>
  <p:clrMapOvr>
    <a:masterClrMapping/>
  </p:clrMapOvr>
  <p:transition spd="med"/>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p:cNvSpPr>
          <p:nvPr>
            <p:ph type="title"/>
          </p:nvPr>
        </p:nvSpPr>
        <p:spPr>
          <a:ln/>
        </p:spPr>
        <p:txBody>
          <a:bodyPr vert="horz" wrap="square" lIns="90000" tIns="46800" rIns="90000" bIns="46800" anchor="ctr" anchorCtr="0"/>
          <a:lstStyle/>
          <a:p>
            <a:r>
              <a:rPr lang="en-AU" altLang="x-none" dirty="0"/>
              <a:t>Key Management</a:t>
            </a:r>
          </a:p>
        </p:txBody>
      </p:sp>
      <p:sp>
        <p:nvSpPr>
          <p:cNvPr id="28675" name="Rectangle 3"/>
          <p:cNvSpPr>
            <a:spLocks noGrp="1"/>
          </p:cNvSpPr>
          <p:nvPr>
            <p:ph idx="1"/>
          </p:nvPr>
        </p:nvSpPr>
        <p:spPr>
          <a:ln/>
        </p:spPr>
        <p:txBody>
          <a:bodyPr vert="horz" wrap="square" lIns="90000" tIns="46800" rIns="90000" bIns="46800" anchor="t" anchorCtr="0"/>
          <a:lstStyle/>
          <a:p>
            <a:r>
              <a:rPr lang="en-US" altLang="x-none" dirty="0"/>
              <a:t>public-key encryption helps address </a:t>
            </a:r>
            <a:r>
              <a:rPr lang="en-AU" altLang="x-none" dirty="0"/>
              <a:t>key distribution problems</a:t>
            </a:r>
          </a:p>
          <a:p>
            <a:r>
              <a:rPr lang="en-AU" altLang="x-none" dirty="0"/>
              <a:t>have two aspects of this:</a:t>
            </a:r>
          </a:p>
          <a:p>
            <a:pPr marL="971550" lvl="1" indent="-514350">
              <a:buFont typeface="Comic Sans MS" panose="030F0702030302020204" pitchFamily="66" charset="0"/>
              <a:buAutoNum type="arabicPeriod"/>
            </a:pPr>
            <a:r>
              <a:rPr lang="en-US" altLang="x-none" dirty="0">
                <a:solidFill>
                  <a:srgbClr val="FF0000"/>
                </a:solidFill>
              </a:rPr>
              <a:t>distribution of public keys</a:t>
            </a:r>
          </a:p>
          <a:p>
            <a:pPr marL="971550" lvl="1" indent="-514350">
              <a:buFont typeface="Comic Sans MS" panose="030F0702030302020204" pitchFamily="66" charset="0"/>
              <a:buAutoNum type="arabicPeriod"/>
            </a:pPr>
            <a:r>
              <a:rPr lang="en-US" altLang="x-none" dirty="0">
                <a:solidFill>
                  <a:srgbClr val="FF0000"/>
                </a:solidFill>
              </a:rPr>
              <a:t>use of public-key encryption to </a:t>
            </a:r>
            <a:r>
              <a:rPr lang="en-AU" altLang="x-none" dirty="0">
                <a:solidFill>
                  <a:srgbClr val="FF0000"/>
                </a:solidFill>
              </a:rPr>
              <a:t>distribute </a:t>
            </a:r>
            <a:r>
              <a:rPr lang="en-AU" altLang="x-none" u="sng" dirty="0">
                <a:solidFill>
                  <a:srgbClr val="FF0000"/>
                </a:solidFill>
              </a:rPr>
              <a:t>secret keys</a:t>
            </a:r>
          </a:p>
        </p:txBody>
      </p:sp>
    </p:spTree>
    <p:extLst>
      <p:ext uri="{BB962C8B-B14F-4D97-AF65-F5344CB8AC3E}">
        <p14:creationId xmlns:p14="http://schemas.microsoft.com/office/powerpoint/2010/main" val="33670145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p:cNvSpPr>
          <p:nvPr>
            <p:ph type="title"/>
          </p:nvPr>
        </p:nvSpPr>
        <p:spPr>
          <a:ln/>
        </p:spPr>
        <p:txBody>
          <a:bodyPr vert="horz" wrap="square" lIns="90000" tIns="46800" rIns="90000" bIns="46800" anchor="ctr" anchorCtr="0"/>
          <a:lstStyle/>
          <a:p>
            <a:r>
              <a:rPr lang="en-US" altLang="x-none" dirty="0"/>
              <a:t>Distribution of Public Keys</a:t>
            </a:r>
            <a:endParaRPr lang="en-AU" altLang="x-none" dirty="0"/>
          </a:p>
        </p:txBody>
      </p:sp>
      <p:sp>
        <p:nvSpPr>
          <p:cNvPr id="29699" name="Rectangle 3"/>
          <p:cNvSpPr>
            <a:spLocks noGrp="1"/>
          </p:cNvSpPr>
          <p:nvPr>
            <p:ph idx="1"/>
          </p:nvPr>
        </p:nvSpPr>
        <p:spPr>
          <a:ln/>
        </p:spPr>
        <p:txBody>
          <a:bodyPr vert="horz" wrap="square" lIns="90000" tIns="46800" rIns="90000" bIns="46800" anchor="t" anchorCtr="0"/>
          <a:lstStyle/>
          <a:p>
            <a:r>
              <a:rPr lang="en-US" altLang="x-none" dirty="0"/>
              <a:t>can be considered as using one of:</a:t>
            </a:r>
          </a:p>
          <a:p>
            <a:pPr marL="971550" lvl="1" indent="-514350">
              <a:buFont typeface="Comic Sans MS" panose="030F0702030302020204" pitchFamily="66" charset="0"/>
              <a:buAutoNum type="arabicPeriod"/>
            </a:pPr>
            <a:r>
              <a:rPr lang="en-AU" altLang="x-none" dirty="0"/>
              <a:t>public announcement</a:t>
            </a:r>
          </a:p>
          <a:p>
            <a:pPr marL="971550" lvl="1" indent="-514350">
              <a:buFont typeface="Comic Sans MS" panose="030F0702030302020204" pitchFamily="66" charset="0"/>
              <a:buAutoNum type="arabicPeriod"/>
            </a:pPr>
            <a:r>
              <a:rPr lang="en-AU" altLang="x-none" dirty="0"/>
              <a:t>publicly available directory</a:t>
            </a:r>
          </a:p>
          <a:p>
            <a:pPr marL="971550" lvl="1" indent="-514350">
              <a:buFont typeface="Comic Sans MS" panose="030F0702030302020204" pitchFamily="66" charset="0"/>
              <a:buAutoNum type="arabicPeriod"/>
            </a:pPr>
            <a:r>
              <a:rPr lang="en-AU" altLang="x-none" dirty="0"/>
              <a:t>public-key authority</a:t>
            </a:r>
          </a:p>
          <a:p>
            <a:pPr marL="971550" lvl="1" indent="-514350">
              <a:buFont typeface="Comic Sans MS" panose="030F0702030302020204" pitchFamily="66" charset="0"/>
              <a:buAutoNum type="arabicPeriod"/>
            </a:pPr>
            <a:r>
              <a:rPr lang="en-AU" altLang="x-none" dirty="0"/>
              <a:t>public-key certificates</a:t>
            </a:r>
          </a:p>
          <a:p>
            <a:pPr>
              <a:buFont typeface="Wingdings" panose="05000000000000000000" pitchFamily="2" charset="2"/>
              <a:buNone/>
            </a:pPr>
            <a:endParaRPr lang="en-AU" altLang="x-none" dirty="0"/>
          </a:p>
        </p:txBody>
      </p:sp>
    </p:spTree>
    <p:extLst>
      <p:ext uri="{BB962C8B-B14F-4D97-AF65-F5344CB8AC3E}">
        <p14:creationId xmlns:p14="http://schemas.microsoft.com/office/powerpoint/2010/main" val="34731673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ext Box 1"/>
          <p:cNvSpPr txBox="1"/>
          <p:nvPr/>
        </p:nvSpPr>
        <p:spPr>
          <a:xfrm>
            <a:off x="3124200" y="6248400"/>
            <a:ext cx="2895600" cy="457200"/>
          </a:xfrm>
          <a:prstGeom prst="rect">
            <a:avLst/>
          </a:prstGeom>
          <a:noFill/>
          <a:ln w="9525">
            <a:noFill/>
          </a:ln>
        </p:spPr>
        <p:txBody>
          <a:bodyPr lIns="90000" tIns="46800" rIns="90000" bIns="46800"/>
          <a:lstStyle/>
          <a:p>
            <a:pPr algn="ctr" defTabSz="449580">
              <a:lnSpc>
                <a:spcPct val="100000"/>
              </a:lnSpc>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1400" dirty="0">
                <a:solidFill>
                  <a:srgbClr val="000000"/>
                </a:solidFill>
                <a:latin typeface="Times New Roman" panose="02020603050405020304" pitchFamily="18" charset="0"/>
              </a:rPr>
              <a:t>Henric Johnson</a:t>
            </a:r>
          </a:p>
        </p:txBody>
      </p:sp>
      <p:sp>
        <p:nvSpPr>
          <p:cNvPr id="36867" name="Text Box 2"/>
          <p:cNvSpPr txBox="1"/>
          <p:nvPr/>
        </p:nvSpPr>
        <p:spPr>
          <a:xfrm>
            <a:off x="6553200" y="6248400"/>
            <a:ext cx="1905000" cy="457200"/>
          </a:xfrm>
          <a:prstGeom prst="rect">
            <a:avLst/>
          </a:prstGeom>
          <a:noFill/>
          <a:ln w="9525">
            <a:noFill/>
          </a:ln>
        </p:spPr>
        <p:txBody>
          <a:bodyPr lIns="90000" tIns="46800" rIns="90000" bIns="46800"/>
          <a:lstStyle/>
          <a:p>
            <a:pPr algn="r" defTabSz="449580">
              <a:lnSpc>
                <a:spcPct val="100000"/>
              </a:lnSpc>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9A0DB2DC-4C9A-4742-B13C-FB6460FD3503}" type="slidenum">
              <a:rPr lang="en-GB" sz="1400" dirty="0">
                <a:solidFill>
                  <a:srgbClr val="000000"/>
                </a:solidFill>
                <a:latin typeface="Times New Roman" panose="02020603050405020304" pitchFamily="18" charset="0"/>
              </a:rPr>
              <a:t>12</a:t>
            </a:fld>
            <a:endParaRPr lang="en-GB" sz="1400" dirty="0">
              <a:solidFill>
                <a:srgbClr val="000000"/>
              </a:solidFill>
              <a:latin typeface="Times New Roman" panose="02020603050405020304" pitchFamily="18" charset="0"/>
            </a:endParaRPr>
          </a:p>
        </p:txBody>
      </p:sp>
      <p:sp>
        <p:nvSpPr>
          <p:cNvPr id="18435" name="Text Box 3"/>
          <p:cNvSpPr txBox="1">
            <a:spLocks noChangeArrowheads="1"/>
          </p:cNvSpPr>
          <p:nvPr/>
        </p:nvSpPr>
        <p:spPr bwMode="auto">
          <a:xfrm>
            <a:off x="609600" y="-250825"/>
            <a:ext cx="7772400" cy="2103438"/>
          </a:xfrm>
          <a:prstGeom prst="rect">
            <a:avLst/>
          </a:prstGeom>
          <a:noFill/>
          <a:ln w="9525">
            <a:noFill/>
            <a:round/>
          </a:ln>
          <a:effectLst/>
        </p:spPr>
        <p:txBody>
          <a:bodyPr anchor="ctr"/>
          <a:lstStyle/>
          <a:p>
            <a:pPr marR="0" algn="ctr" defTabSz="449580">
              <a:lnSpc>
                <a:spcPct val="100000"/>
              </a:lnSpc>
              <a:spcBef>
                <a:spcPct val="0"/>
              </a:spcBef>
              <a:buClr>
                <a:srgbClr val="000000"/>
              </a:buClr>
              <a:buSzPct val="100000"/>
              <a:buFont typeface="Times New Roman" panose="02020603050405020304"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sv-SE" sz="4400" b="1" kern="1200" cap="none" spc="0" normalizeH="0" baseline="0" noProof="0">
                <a:solidFill>
                  <a:srgbClr val="000000"/>
                </a:solidFill>
                <a:effectLst>
                  <a:outerShdw blurRad="38100" dist="38100" dir="2700000" algn="tl">
                    <a:srgbClr val="C0C0C0"/>
                  </a:outerShdw>
                </a:effectLst>
                <a:latin typeface="Comic Sans MS" panose="030F0702030302020204" pitchFamily="66" charset="0"/>
                <a:ea typeface="+mn-ea"/>
                <a:cs typeface="+mn-cs"/>
              </a:rPr>
              <a:t>Key Management</a:t>
            </a:r>
            <a:br>
              <a:rPr kumimoji="0" lang="sv-SE" sz="4400" b="1" kern="1200" cap="none" spc="0" normalizeH="0" baseline="0" noProof="0">
                <a:solidFill>
                  <a:srgbClr val="000000"/>
                </a:solidFill>
                <a:effectLst>
                  <a:outerShdw blurRad="38100" dist="38100" dir="2700000" algn="tl">
                    <a:srgbClr val="C0C0C0"/>
                  </a:outerShdw>
                </a:effectLst>
                <a:latin typeface="Comic Sans MS" panose="030F0702030302020204" pitchFamily="66" charset="0"/>
                <a:ea typeface="+mn-ea"/>
                <a:cs typeface="+mn-cs"/>
              </a:rPr>
            </a:br>
            <a:r>
              <a:rPr kumimoji="0" lang="sv-SE" sz="4400" b="1" kern="1200" cap="none" spc="0" normalizeH="0" baseline="0" noProof="0">
                <a:solidFill>
                  <a:srgbClr val="000000"/>
                </a:solidFill>
                <a:effectLst>
                  <a:outerShdw blurRad="38100" dist="38100" dir="2700000" algn="tl">
                    <a:srgbClr val="C0C0C0"/>
                  </a:outerShdw>
                </a:effectLst>
                <a:latin typeface="Comic Sans MS" panose="030F0702030302020204" pitchFamily="66" charset="0"/>
                <a:ea typeface="+mn-ea"/>
                <a:cs typeface="+mn-cs"/>
              </a:rPr>
              <a:t>Public-Key Certificate Use</a:t>
            </a:r>
          </a:p>
        </p:txBody>
      </p:sp>
      <p:pic>
        <p:nvPicPr>
          <p:cNvPr id="36869" name="Picture 4"/>
          <p:cNvPicPr>
            <a:picLocks noChangeAspect="1"/>
          </p:cNvPicPr>
          <p:nvPr/>
        </p:nvPicPr>
        <p:blipFill>
          <a:blip r:embed="rId3"/>
          <a:stretch>
            <a:fillRect/>
          </a:stretch>
        </p:blipFill>
        <p:spPr>
          <a:xfrm>
            <a:off x="1295400" y="1524000"/>
            <a:ext cx="6629400" cy="5334000"/>
          </a:xfrm>
          <a:prstGeom prst="rect">
            <a:avLst/>
          </a:prstGeom>
          <a:noFill/>
          <a:ln w="9525">
            <a:noFill/>
          </a:ln>
        </p:spPr>
      </p:pic>
    </p:spTree>
    <p:extLst>
      <p:ext uri="{BB962C8B-B14F-4D97-AF65-F5344CB8AC3E}">
        <p14:creationId xmlns:p14="http://schemas.microsoft.com/office/powerpoint/2010/main" val="2140505511"/>
      </p:ext>
    </p:extLst>
  </p:cSld>
  <p:clrMapOvr>
    <a:masterClrMapping/>
  </p:clrMapOvr>
  <p:transition spd="med"/>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p:cNvSpPr>
          <p:nvPr>
            <p:ph type="title"/>
          </p:nvPr>
        </p:nvSpPr>
        <p:spPr>
          <a:xfrm>
            <a:off x="685800" y="153988"/>
            <a:ext cx="7770813" cy="908050"/>
          </a:xfrm>
          <a:ln/>
        </p:spPr>
        <p:txBody>
          <a:bodyPr vert="horz" wrap="square" lIns="90000" tIns="46800" rIns="90000" bIns="46800" anchor="ctr" anchorCtr="0"/>
          <a:lstStyle/>
          <a:p>
            <a:r>
              <a:rPr lang="en-US" altLang="x-none" sz="3200" dirty="0">
                <a:latin typeface="Times" pitchFamily="18" charset="0"/>
                <a:cs typeface="Times" pitchFamily="18" charset="0"/>
              </a:rPr>
              <a:t>Public-Key D</a:t>
            </a:r>
            <a:r>
              <a:rPr lang="en-AU" altLang="x-none" sz="3200" dirty="0">
                <a:latin typeface="Times" pitchFamily="18" charset="0"/>
                <a:cs typeface="Times" pitchFamily="18" charset="0"/>
              </a:rPr>
              <a:t>istribution of Secret </a:t>
            </a:r>
            <a:r>
              <a:rPr lang="en-AU" altLang="x-none" sz="3200" dirty="0" smtClean="0">
                <a:latin typeface="Times" pitchFamily="18" charset="0"/>
                <a:cs typeface="Times" pitchFamily="18" charset="0"/>
              </a:rPr>
              <a:t>Keys</a:t>
            </a:r>
            <a:br>
              <a:rPr lang="en-AU" altLang="x-none" sz="3200" dirty="0" smtClean="0">
                <a:latin typeface="Times" pitchFamily="18" charset="0"/>
                <a:cs typeface="Times" pitchFamily="18" charset="0"/>
              </a:rPr>
            </a:br>
            <a:r>
              <a:rPr lang="en-AU" altLang="x-none" sz="3200" dirty="0" smtClean="0">
                <a:latin typeface="Times" pitchFamily="18" charset="0"/>
                <a:cs typeface="Times" pitchFamily="18" charset="0"/>
              </a:rPr>
              <a:t>Digital Envelope</a:t>
            </a:r>
            <a:endParaRPr lang="en-AU" altLang="x-none" sz="3200" dirty="0">
              <a:latin typeface="Times" pitchFamily="18" charset="0"/>
              <a:ea typeface="Times" pitchFamily="18" charset="0"/>
            </a:endParaRPr>
          </a:p>
        </p:txBody>
      </p:sp>
      <p:sp>
        <p:nvSpPr>
          <p:cNvPr id="37891" name="Rectangle 3"/>
          <p:cNvSpPr>
            <a:spLocks noGrp="1"/>
          </p:cNvSpPr>
          <p:nvPr>
            <p:ph idx="1"/>
          </p:nvPr>
        </p:nvSpPr>
        <p:spPr>
          <a:xfrm>
            <a:off x="685800" y="1981200"/>
            <a:ext cx="8458200" cy="4113213"/>
          </a:xfrm>
          <a:ln/>
        </p:spPr>
        <p:txBody>
          <a:bodyPr vert="horz" wrap="square" lIns="90000" tIns="46800" rIns="90000" bIns="46800" anchor="t" anchorCtr="0"/>
          <a:lstStyle/>
          <a:p>
            <a:pPr>
              <a:lnSpc>
                <a:spcPct val="90000"/>
              </a:lnSpc>
            </a:pPr>
            <a:r>
              <a:rPr lang="en-US" altLang="x-none" sz="2800" dirty="0"/>
              <a:t>use previous methods to obtain public-key</a:t>
            </a:r>
          </a:p>
          <a:p>
            <a:pPr>
              <a:lnSpc>
                <a:spcPct val="90000"/>
              </a:lnSpc>
            </a:pPr>
            <a:r>
              <a:rPr lang="en-US" altLang="x-none" sz="2800" dirty="0"/>
              <a:t>can use for secrecy or authentication</a:t>
            </a:r>
          </a:p>
          <a:p>
            <a:pPr>
              <a:lnSpc>
                <a:spcPct val="90000"/>
              </a:lnSpc>
            </a:pPr>
            <a:r>
              <a:rPr lang="en-US" altLang="x-none" sz="2800" dirty="0"/>
              <a:t>but public-key algorithms are slow</a:t>
            </a:r>
          </a:p>
          <a:p>
            <a:pPr>
              <a:lnSpc>
                <a:spcPct val="90000"/>
              </a:lnSpc>
            </a:pPr>
            <a:r>
              <a:rPr lang="en-US" altLang="x-none" sz="2800" dirty="0"/>
              <a:t>so usually want to use private-key encryption to protect message contents</a:t>
            </a:r>
          </a:p>
          <a:p>
            <a:pPr>
              <a:lnSpc>
                <a:spcPct val="90000"/>
              </a:lnSpc>
            </a:pPr>
            <a:r>
              <a:rPr lang="en-US" altLang="x-none" sz="2800" dirty="0"/>
              <a:t>hence need a session key</a:t>
            </a:r>
          </a:p>
          <a:p>
            <a:pPr>
              <a:lnSpc>
                <a:spcPct val="90000"/>
              </a:lnSpc>
            </a:pPr>
            <a:r>
              <a:rPr lang="en-US" altLang="x-none" sz="2800" dirty="0"/>
              <a:t>have several alternatives for negotiating a suitable session</a:t>
            </a:r>
            <a:endParaRPr lang="en-AU" altLang="x-none" sz="2800" dirty="0"/>
          </a:p>
        </p:txBody>
      </p:sp>
      <p:pic>
        <p:nvPicPr>
          <p:cNvPr id="37892" name="Picture 4" descr="C:\Users\Admin\Desktop\slide_34.jpg"/>
          <p:cNvPicPr>
            <a:picLocks noChangeAspect="1"/>
          </p:cNvPicPr>
          <p:nvPr/>
        </p:nvPicPr>
        <p:blipFill>
          <a:blip r:embed="rId3"/>
          <a:srcRect t="19540"/>
          <a:stretch>
            <a:fillRect/>
          </a:stretch>
        </p:blipFill>
        <p:spPr>
          <a:xfrm>
            <a:off x="0" y="1371600"/>
            <a:ext cx="9144000" cy="5486400"/>
          </a:xfrm>
          <a:prstGeom prst="rect">
            <a:avLst/>
          </a:prstGeom>
          <a:noFill/>
          <a:ln w="9525">
            <a:noFill/>
          </a:ln>
        </p:spPr>
      </p:pic>
    </p:spTree>
    <p:extLst>
      <p:ext uri="{BB962C8B-B14F-4D97-AF65-F5344CB8AC3E}">
        <p14:creationId xmlns:p14="http://schemas.microsoft.com/office/powerpoint/2010/main" val="1670078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txBox="1"/>
          <p:nvPr/>
        </p:nvSpPr>
        <p:spPr bwMode="auto">
          <a:xfrm>
            <a:off x="6553200" y="6248400"/>
            <a:ext cx="1905000" cy="457200"/>
          </a:xfrm>
          <a:prstGeom prst="rect">
            <a:avLst/>
          </a:prstGeom>
          <a:noFill/>
          <a:ln w="9525">
            <a:noFill/>
            <a:miter lim="800000"/>
          </a:ln>
          <a:effectLst/>
        </p:spPr>
        <p:txBody>
          <a:bodyPr/>
          <a:lstStyle/>
          <a:p>
            <a:pPr marR="0" algn="r" defTabSz="914400">
              <a:buClrTx/>
              <a:buSzTx/>
              <a:buFontTx/>
              <a:buNone/>
              <a:defRPr/>
            </a:pPr>
            <a:endParaRPr kumimoji="0" lang="en-GB" kern="1200" cap="none" spc="0" normalizeH="0" baseline="0" noProof="0" dirty="0">
              <a:latin typeface="+mj-lt"/>
              <a:ea typeface="+mn-ea"/>
              <a:cs typeface="+mn-cs"/>
            </a:endParaRPr>
          </a:p>
        </p:txBody>
      </p:sp>
      <p:sp>
        <p:nvSpPr>
          <p:cNvPr id="5" name="Rectangle 2050"/>
          <p:cNvSpPr txBox="1">
            <a:spLocks noChangeArrowheads="1"/>
          </p:cNvSpPr>
          <p:nvPr/>
        </p:nvSpPr>
        <p:spPr>
          <a:xfrm>
            <a:off x="685800" y="609600"/>
            <a:ext cx="7772400" cy="1143000"/>
          </a:xfrm>
          <a:prstGeom prst="rect">
            <a:avLst/>
          </a:prstGeom>
        </p:spPr>
        <p:txBody>
          <a:bodyPr/>
          <a:lstStyle/>
          <a:p>
            <a:pPr marR="0" algn="ctr" defTabSz="914400" eaLnBrk="0" hangingPunct="0">
              <a:buClrTx/>
              <a:buSzTx/>
              <a:buFontTx/>
              <a:buNone/>
              <a:defRPr/>
            </a:pPr>
            <a:r>
              <a:rPr kumimoji="0" lang="sv-SE" sz="4400" b="1" kern="0" cap="none" spc="0" normalizeH="0" baseline="0" noProof="0" dirty="0">
                <a:solidFill>
                  <a:schemeClr val="tx2"/>
                </a:solidFill>
                <a:latin typeface="Comic Sans MS" panose="030F0702030302020204" pitchFamily="66" charset="0"/>
                <a:ea typeface="+mj-ea"/>
                <a:cs typeface="+mj-cs"/>
              </a:rPr>
              <a:t>Authentication</a:t>
            </a:r>
            <a:endParaRPr kumimoji="0" lang="en-GB" sz="4400" b="1" kern="0" cap="none" spc="0" normalizeH="0" baseline="0" noProof="0" dirty="0">
              <a:solidFill>
                <a:schemeClr val="tx2"/>
              </a:solidFill>
              <a:latin typeface="Comic Sans MS" panose="030F0702030302020204" pitchFamily="66" charset="0"/>
              <a:ea typeface="+mj-ea"/>
              <a:cs typeface="+mj-cs"/>
            </a:endParaRPr>
          </a:p>
        </p:txBody>
      </p:sp>
      <p:sp>
        <p:nvSpPr>
          <p:cNvPr id="6" name="Rectangle 2051"/>
          <p:cNvSpPr txBox="1">
            <a:spLocks noChangeArrowheads="1"/>
          </p:cNvSpPr>
          <p:nvPr/>
        </p:nvSpPr>
        <p:spPr>
          <a:xfrm>
            <a:off x="685800" y="1981200"/>
            <a:ext cx="7772400" cy="4114800"/>
          </a:xfrm>
          <a:prstGeom prst="rect">
            <a:avLst/>
          </a:prstGeom>
        </p:spPr>
        <p:txBody>
          <a:bodyPr/>
          <a:lstStyle/>
          <a:p>
            <a:pPr marL="342900" marR="0" indent="-342900" defTabSz="914400" eaLnBrk="0" hangingPunct="0">
              <a:buClrTx/>
              <a:buSzTx/>
              <a:buFontTx/>
              <a:buChar char="•"/>
              <a:defRPr/>
            </a:pPr>
            <a:r>
              <a:rPr kumimoji="0" lang="en-GB" sz="3200" b="1" kern="0" cap="none" spc="0" normalizeH="0" baseline="0" noProof="0" dirty="0">
                <a:latin typeface="Comic Sans MS" panose="030F0702030302020204" pitchFamily="66" charset="0"/>
                <a:ea typeface="+mn-ea"/>
                <a:cs typeface="+mn-cs"/>
              </a:rPr>
              <a:t>Requirements</a:t>
            </a:r>
            <a:r>
              <a:rPr kumimoji="0" lang="en-GB" sz="3200" kern="0" cap="none" spc="0" normalizeH="0" baseline="0" noProof="0" dirty="0">
                <a:latin typeface="Comic Sans MS" panose="030F0702030302020204" pitchFamily="66" charset="0"/>
                <a:ea typeface="+mn-ea"/>
                <a:cs typeface="+mn-cs"/>
              </a:rPr>
              <a:t> </a:t>
            </a:r>
            <a:r>
              <a:rPr kumimoji="0" lang="en-GB" sz="2800" kern="0" cap="none" spc="0" normalizeH="0" baseline="0" noProof="0" dirty="0">
                <a:latin typeface="Comic Sans MS" panose="030F0702030302020204" pitchFamily="66" charset="0"/>
                <a:ea typeface="+mn-ea"/>
                <a:cs typeface="+mn-cs"/>
              </a:rPr>
              <a:t>- must be able to verify that:</a:t>
            </a:r>
          </a:p>
          <a:p>
            <a:pPr marL="342900" marR="0" indent="-342900" defTabSz="914400" eaLnBrk="0" hangingPunct="0">
              <a:buClrTx/>
              <a:buSzTx/>
              <a:buFontTx/>
              <a:buNone/>
              <a:defRPr/>
            </a:pPr>
            <a:r>
              <a:rPr kumimoji="0" lang="en-GB" sz="2800" kern="0" cap="none" spc="0" normalizeH="0" baseline="0" noProof="0" dirty="0">
                <a:latin typeface="Comic Sans MS" panose="030F0702030302020204" pitchFamily="66" charset="0"/>
                <a:ea typeface="+mn-ea"/>
                <a:cs typeface="+mn-cs"/>
              </a:rPr>
              <a:t>	</a:t>
            </a:r>
            <a:r>
              <a:rPr kumimoji="0" lang="sv-SE" sz="2800" kern="0" cap="none" spc="0" normalizeH="0" baseline="0" noProof="0" dirty="0">
                <a:latin typeface="Comic Sans MS" panose="030F0702030302020204" pitchFamily="66" charset="0"/>
                <a:ea typeface="+mn-ea"/>
                <a:cs typeface="+mn-cs"/>
              </a:rPr>
              <a:t>	</a:t>
            </a:r>
            <a:r>
              <a:rPr kumimoji="0" lang="en-GB" sz="2800" kern="0" cap="none" spc="0" normalizeH="0" baseline="0" noProof="0" dirty="0">
                <a:latin typeface="Comic Sans MS" panose="030F0702030302020204" pitchFamily="66" charset="0"/>
                <a:ea typeface="+mn-ea"/>
                <a:cs typeface="+mn-cs"/>
              </a:rPr>
              <a:t>1. Message came from apparent source </a:t>
            </a:r>
            <a:r>
              <a:rPr kumimoji="0" lang="sv-SE" sz="2800" kern="0" cap="none" spc="0" normalizeH="0" baseline="0" noProof="0" dirty="0">
                <a:latin typeface="Comic Sans MS" panose="030F0702030302020204" pitchFamily="66" charset="0"/>
                <a:ea typeface="+mn-ea"/>
                <a:cs typeface="+mn-cs"/>
              </a:rPr>
              <a:t>	</a:t>
            </a:r>
            <a:r>
              <a:rPr kumimoji="0" lang="en-GB" sz="2800" kern="0" cap="none" spc="0" normalizeH="0" baseline="0" noProof="0" dirty="0">
                <a:latin typeface="Comic Sans MS" panose="030F0702030302020204" pitchFamily="66" charset="0"/>
                <a:ea typeface="+mn-ea"/>
                <a:cs typeface="+mn-cs"/>
              </a:rPr>
              <a:t>or author,</a:t>
            </a:r>
          </a:p>
          <a:p>
            <a:pPr marL="342900" marR="0" indent="-342900" defTabSz="914400" eaLnBrk="0" hangingPunct="0">
              <a:buClrTx/>
              <a:buSzTx/>
              <a:buFontTx/>
              <a:buNone/>
              <a:defRPr/>
            </a:pPr>
            <a:r>
              <a:rPr kumimoji="0" lang="en-GB" sz="2800" kern="0" cap="none" spc="0" normalizeH="0" baseline="0" noProof="0" dirty="0">
                <a:latin typeface="Comic Sans MS" panose="030F0702030302020204" pitchFamily="66" charset="0"/>
                <a:ea typeface="+mn-ea"/>
                <a:cs typeface="+mn-cs"/>
              </a:rPr>
              <a:t>	</a:t>
            </a:r>
            <a:r>
              <a:rPr kumimoji="0" lang="sv-SE" sz="2800" kern="0" cap="none" spc="0" normalizeH="0" baseline="0" noProof="0" dirty="0">
                <a:latin typeface="Comic Sans MS" panose="030F0702030302020204" pitchFamily="66" charset="0"/>
                <a:ea typeface="+mn-ea"/>
                <a:cs typeface="+mn-cs"/>
              </a:rPr>
              <a:t>	</a:t>
            </a:r>
            <a:r>
              <a:rPr kumimoji="0" lang="en-GB" sz="2800" kern="0" cap="none" spc="0" normalizeH="0" baseline="0" noProof="0" dirty="0">
                <a:latin typeface="Comic Sans MS" panose="030F0702030302020204" pitchFamily="66" charset="0"/>
                <a:ea typeface="+mn-ea"/>
                <a:cs typeface="+mn-cs"/>
              </a:rPr>
              <a:t>2. Contents have not been altered,</a:t>
            </a:r>
          </a:p>
          <a:p>
            <a:pPr marL="342900" marR="0" indent="-342900" defTabSz="914400" eaLnBrk="0" hangingPunct="0">
              <a:buClrTx/>
              <a:buSzTx/>
              <a:buFontTx/>
              <a:buNone/>
              <a:defRPr/>
            </a:pPr>
            <a:r>
              <a:rPr kumimoji="0" lang="en-GB" sz="2800" kern="0" cap="none" spc="0" normalizeH="0" baseline="0" noProof="0" dirty="0">
                <a:latin typeface="Comic Sans MS" panose="030F0702030302020204" pitchFamily="66" charset="0"/>
                <a:ea typeface="+mn-ea"/>
                <a:cs typeface="+mn-cs"/>
              </a:rPr>
              <a:t>	</a:t>
            </a:r>
            <a:r>
              <a:rPr kumimoji="0" lang="sv-SE" sz="2800" kern="0" cap="none" spc="0" normalizeH="0" baseline="0" noProof="0" dirty="0">
                <a:latin typeface="Comic Sans MS" panose="030F0702030302020204" pitchFamily="66" charset="0"/>
                <a:ea typeface="+mn-ea"/>
                <a:cs typeface="+mn-cs"/>
              </a:rPr>
              <a:t>	</a:t>
            </a:r>
            <a:r>
              <a:rPr kumimoji="0" lang="en-GB" sz="2800" kern="0" cap="none" spc="0" normalizeH="0" baseline="0" noProof="0" dirty="0">
                <a:latin typeface="Comic Sans MS" panose="030F0702030302020204" pitchFamily="66" charset="0"/>
                <a:ea typeface="+mn-ea"/>
                <a:cs typeface="+mn-cs"/>
              </a:rPr>
              <a:t>3. Sometimes, it was sent at a certain </a:t>
            </a:r>
            <a:r>
              <a:rPr kumimoji="0" lang="sv-SE" sz="2800" kern="0" cap="none" spc="0" normalizeH="0" baseline="0" noProof="0" dirty="0">
                <a:latin typeface="Comic Sans MS" panose="030F0702030302020204" pitchFamily="66" charset="0"/>
                <a:ea typeface="+mn-ea"/>
                <a:cs typeface="+mn-cs"/>
              </a:rPr>
              <a:t>	</a:t>
            </a:r>
            <a:r>
              <a:rPr kumimoji="0" lang="en-GB" sz="2800" kern="0" cap="none" spc="0" normalizeH="0" baseline="0" noProof="0" dirty="0">
                <a:latin typeface="Comic Sans MS" panose="030F0702030302020204" pitchFamily="66" charset="0"/>
                <a:ea typeface="+mn-ea"/>
                <a:cs typeface="+mn-cs"/>
              </a:rPr>
              <a:t>time or sequence.</a:t>
            </a:r>
            <a:endParaRPr kumimoji="0" lang="sv-SE" sz="2800" kern="0" cap="none" spc="0" normalizeH="0" baseline="0" noProof="0" dirty="0">
              <a:latin typeface="Comic Sans MS" panose="030F0702030302020204" pitchFamily="66" charset="0"/>
              <a:ea typeface="+mn-ea"/>
              <a:cs typeface="+mn-cs"/>
            </a:endParaRPr>
          </a:p>
          <a:p>
            <a:pPr marL="342900" marR="0" indent="-342900" defTabSz="914400" eaLnBrk="0" hangingPunct="0">
              <a:buClrTx/>
              <a:buSzTx/>
              <a:buFontTx/>
              <a:buNone/>
              <a:defRPr/>
            </a:pPr>
            <a:endParaRPr kumimoji="0" lang="sv-SE" sz="2800" kern="0" cap="none" spc="0" normalizeH="0" baseline="0" noProof="0" dirty="0">
              <a:latin typeface="Comic Sans MS" panose="030F0702030302020204" pitchFamily="66" charset="0"/>
              <a:ea typeface="+mn-ea"/>
              <a:cs typeface="+mn-cs"/>
            </a:endParaRPr>
          </a:p>
          <a:p>
            <a:pPr marL="342900" marR="0" indent="-342900" defTabSz="914400" eaLnBrk="0" hangingPunct="0">
              <a:buClrTx/>
              <a:buSzTx/>
              <a:buFontTx/>
              <a:buChar char="•"/>
              <a:defRPr/>
            </a:pPr>
            <a:r>
              <a:rPr kumimoji="0" lang="en-GB" sz="2800" kern="0" cap="none" spc="0" normalizeH="0" baseline="0" noProof="0" dirty="0">
                <a:latin typeface="Comic Sans MS" panose="030F0702030302020204" pitchFamily="66" charset="0"/>
                <a:ea typeface="+mn-ea"/>
                <a:cs typeface="+mn-cs"/>
              </a:rPr>
              <a:t>Protection against active attack (falsification of data and transactions)</a:t>
            </a:r>
          </a:p>
          <a:p>
            <a:pPr marL="342900" marR="0" indent="-342900" defTabSz="914400" eaLnBrk="0" hangingPunct="0">
              <a:buClrTx/>
              <a:buSzTx/>
              <a:buFontTx/>
              <a:buNone/>
              <a:defRPr/>
            </a:pPr>
            <a:endParaRPr kumimoji="0" lang="en-GB" sz="2800" kern="0" cap="none" spc="0" normalizeH="0" baseline="0" noProof="0" dirty="0">
              <a:latin typeface="Comic Sans MS" panose="030F0702030302020204" pitchFamily="66" charset="0"/>
              <a:ea typeface="+mn-ea"/>
              <a:cs typeface="+mn-cs"/>
            </a:endParaRPr>
          </a:p>
          <a:p>
            <a:pPr marL="342900" marR="0" indent="-342900" defTabSz="914400" eaLnBrk="0" hangingPunct="0">
              <a:buClrTx/>
              <a:buSzTx/>
              <a:buFontTx/>
              <a:buNone/>
              <a:defRPr/>
            </a:pPr>
            <a:endParaRPr kumimoji="0" lang="en-GB" sz="2800" kern="0" cap="none" spc="0" normalizeH="0" baseline="0" noProof="0" dirty="0">
              <a:latin typeface="Comic Sans MS" panose="030F0702030302020204" pitchFamily="66" charset="0"/>
              <a:ea typeface="+mn-ea"/>
              <a:cs typeface="+mn-cs"/>
            </a:endParaRPr>
          </a:p>
          <a:p>
            <a:pPr marL="342900" marR="0" indent="-342900" defTabSz="914400" eaLnBrk="0" hangingPunct="0">
              <a:spcBef>
                <a:spcPct val="20000"/>
              </a:spcBef>
              <a:buClrTx/>
              <a:buSzTx/>
              <a:buFontTx/>
              <a:buNone/>
              <a:defRPr/>
            </a:pPr>
            <a:endParaRPr kumimoji="0" lang="en-GB" sz="2800" kern="0" cap="none" spc="0" normalizeH="0" baseline="0" noProof="0" dirty="0">
              <a:latin typeface="Comic Sans MS" panose="030F0702030302020204" pitchFamily="66" charset="0"/>
              <a:ea typeface="+mn-ea"/>
              <a:cs typeface="+mn-cs"/>
            </a:endParaRPr>
          </a:p>
        </p:txBody>
      </p:sp>
    </p:spTree>
    <p:extLst>
      <p:ext uri="{BB962C8B-B14F-4D97-AF65-F5344CB8AC3E}">
        <p14:creationId xmlns:p14="http://schemas.microsoft.com/office/powerpoint/2010/main" val="25329058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Number Placeholder 5"/>
          <p:cNvSpPr txBox="1"/>
          <p:nvPr/>
        </p:nvSpPr>
        <p:spPr>
          <a:xfrm>
            <a:off x="6553200" y="6248400"/>
            <a:ext cx="1905000" cy="457200"/>
          </a:xfrm>
          <a:prstGeom prst="rect">
            <a:avLst/>
          </a:prstGeom>
          <a:noFill/>
          <a:ln w="9525">
            <a:noFill/>
          </a:ln>
        </p:spPr>
        <p:txBody>
          <a:bodyPr/>
          <a:lstStyle/>
          <a:p>
            <a:pPr algn="r"/>
            <a:fld id="{9A0DB2DC-4C9A-4742-B13C-FB6460FD3503}" type="slidenum">
              <a:rPr lang="en-GB" sz="2800" baseline="0" dirty="0">
                <a:latin typeface="Comic Sans MS" panose="030F0702030302020204" pitchFamily="66" charset="0"/>
              </a:rPr>
              <a:t>15</a:t>
            </a:fld>
            <a:endParaRPr lang="en-GB" sz="2800" baseline="0" dirty="0">
              <a:latin typeface="Comic Sans MS" panose="030F0702030302020204" pitchFamily="66" charset="0"/>
            </a:endParaRPr>
          </a:p>
        </p:txBody>
      </p:sp>
      <p:sp>
        <p:nvSpPr>
          <p:cNvPr id="5" name="Rectangle 2"/>
          <p:cNvSpPr txBox="1">
            <a:spLocks noChangeArrowheads="1"/>
          </p:cNvSpPr>
          <p:nvPr/>
        </p:nvSpPr>
        <p:spPr>
          <a:xfrm>
            <a:off x="685800" y="228600"/>
            <a:ext cx="7772400" cy="609600"/>
          </a:xfrm>
          <a:prstGeom prst="rect">
            <a:avLst/>
          </a:prstGeom>
        </p:spPr>
        <p:txBody>
          <a:bodyPr/>
          <a:lstStyle/>
          <a:p>
            <a:pPr marR="0" algn="ctr" defTabSz="914400" eaLnBrk="0" hangingPunct="0">
              <a:buClrTx/>
              <a:buSzTx/>
              <a:buFontTx/>
              <a:buNone/>
              <a:defRPr/>
            </a:pPr>
            <a:r>
              <a:rPr kumimoji="0" lang="en-GB" sz="3200" b="1" kern="0" cap="none" spc="0" normalizeH="0" baseline="0" noProof="0" dirty="0">
                <a:solidFill>
                  <a:schemeClr val="tx2"/>
                </a:solidFill>
                <a:latin typeface="Comic Sans MS" panose="030F0702030302020204" pitchFamily="66" charset="0"/>
                <a:ea typeface="+mj-ea"/>
                <a:cs typeface="+mj-cs"/>
              </a:rPr>
              <a:t>Approaches to Message Authentication</a:t>
            </a:r>
            <a:br>
              <a:rPr kumimoji="0" lang="en-GB" sz="3200" b="1" kern="0" cap="none" spc="0" normalizeH="0" baseline="0" noProof="0" dirty="0">
                <a:solidFill>
                  <a:schemeClr val="tx2"/>
                </a:solidFill>
                <a:latin typeface="Comic Sans MS" panose="030F0702030302020204" pitchFamily="66" charset="0"/>
                <a:ea typeface="+mj-ea"/>
                <a:cs typeface="+mj-cs"/>
              </a:rPr>
            </a:br>
            <a:endParaRPr kumimoji="0" lang="en-GB" sz="3200" b="1" kern="0" cap="none" spc="0" normalizeH="0" baseline="0" noProof="0" dirty="0">
              <a:solidFill>
                <a:schemeClr val="tx2"/>
              </a:solidFill>
              <a:latin typeface="Comic Sans MS" panose="030F0702030302020204" pitchFamily="66" charset="0"/>
              <a:ea typeface="+mj-ea"/>
              <a:cs typeface="+mj-cs"/>
            </a:endParaRPr>
          </a:p>
        </p:txBody>
      </p:sp>
      <p:sp>
        <p:nvSpPr>
          <p:cNvPr id="6" name="Rectangle 3"/>
          <p:cNvSpPr txBox="1">
            <a:spLocks noChangeArrowheads="1"/>
          </p:cNvSpPr>
          <p:nvPr/>
        </p:nvSpPr>
        <p:spPr>
          <a:xfrm>
            <a:off x="304800" y="1371600"/>
            <a:ext cx="8610600" cy="4114800"/>
          </a:xfrm>
          <a:prstGeom prst="rect">
            <a:avLst/>
          </a:prstGeom>
        </p:spPr>
        <p:txBody>
          <a:bodyPr/>
          <a:lstStyle/>
          <a:p>
            <a:pPr marL="514350" marR="0" indent="-514350" defTabSz="914400" eaLnBrk="0" hangingPunct="0">
              <a:lnSpc>
                <a:spcPct val="90000"/>
              </a:lnSpc>
              <a:spcBef>
                <a:spcPct val="20000"/>
              </a:spcBef>
              <a:buClrTx/>
              <a:buSzTx/>
              <a:buFont typeface="+mj-lt"/>
              <a:buAutoNum type="arabicPeriod"/>
              <a:defRPr/>
            </a:pPr>
            <a:r>
              <a:rPr kumimoji="0" lang="en-GB" sz="2800" kern="0" cap="none" spc="0" normalizeH="0" baseline="0" noProof="0" dirty="0">
                <a:solidFill>
                  <a:srgbClr val="0070C0"/>
                </a:solidFill>
                <a:latin typeface="Comic Sans MS" panose="030F0702030302020204" pitchFamily="66" charset="0"/>
                <a:ea typeface="+mn-ea"/>
                <a:cs typeface="+mn-cs"/>
              </a:rPr>
              <a:t>Authentication Using Conventional Encryption</a:t>
            </a:r>
          </a:p>
          <a:p>
            <a:pPr marL="971550" marR="0" lvl="1" indent="-514350" algn="l" defTabSz="914400" rtl="0" eaLnBrk="0" fontAlgn="base" latinLnBrk="0" hangingPunct="0">
              <a:lnSpc>
                <a:spcPct val="90000"/>
              </a:lnSpc>
              <a:spcBef>
                <a:spcPct val="20000"/>
              </a:spcBef>
              <a:spcAft>
                <a:spcPct val="0"/>
              </a:spcAft>
              <a:buClrTx/>
              <a:buSzTx/>
              <a:buFontTx/>
              <a:buNone/>
              <a:defRPr/>
            </a:pPr>
            <a:r>
              <a:rPr kumimoji="0" lang="en-GB" sz="2800" b="0" i="0" u="none" strike="noStrike" kern="0" cap="none" spc="0" normalizeH="0" baseline="0" noProof="0" dirty="0">
                <a:ln>
                  <a:noFill/>
                </a:ln>
                <a:solidFill>
                  <a:schemeClr val="tx1"/>
                </a:solidFill>
                <a:effectLst/>
                <a:uLnTx/>
                <a:uFillTx/>
                <a:latin typeface="Comic Sans MS" panose="030F0702030302020204" pitchFamily="66" charset="0"/>
                <a:ea typeface="+mn-ea"/>
                <a:cs typeface="+mn-cs"/>
              </a:rPr>
              <a:t>	Only the sender and receiver should share a key.</a:t>
            </a:r>
          </a:p>
          <a:p>
            <a:pPr marL="971550" marR="0" lvl="1" indent="-514350" algn="l" defTabSz="914400" rtl="0" eaLnBrk="0" fontAlgn="base" latinLnBrk="0" hangingPunct="0">
              <a:lnSpc>
                <a:spcPct val="90000"/>
              </a:lnSpc>
              <a:spcBef>
                <a:spcPct val="20000"/>
              </a:spcBef>
              <a:spcAft>
                <a:spcPct val="0"/>
              </a:spcAft>
              <a:buClrTx/>
              <a:buSzTx/>
              <a:buFontTx/>
              <a:buNone/>
              <a:defRPr/>
            </a:pPr>
            <a:r>
              <a:rPr kumimoji="0" lang="en-GB" sz="2800" b="0" i="0" u="none" strike="noStrike" kern="0" cap="none" spc="0" normalizeH="0" baseline="0" noProof="0" dirty="0">
                <a:ln>
                  <a:noFill/>
                </a:ln>
                <a:solidFill>
                  <a:schemeClr val="tx1"/>
                </a:solidFill>
                <a:effectLst/>
                <a:uLnTx/>
                <a:uFillTx/>
                <a:latin typeface="Comic Sans MS" panose="030F0702030302020204" pitchFamily="66" charset="0"/>
                <a:ea typeface="+mn-ea"/>
                <a:cs typeface="+mn-cs"/>
              </a:rPr>
              <a:t>Message with an error-detection code and a sequence no, timestamp.</a:t>
            </a:r>
          </a:p>
          <a:p>
            <a:pPr marL="971550" marR="0" lvl="1" indent="-514350" algn="l" defTabSz="914400" rtl="0" eaLnBrk="0" fontAlgn="base" latinLnBrk="0" hangingPunct="0">
              <a:lnSpc>
                <a:spcPct val="90000"/>
              </a:lnSpc>
              <a:spcBef>
                <a:spcPct val="20000"/>
              </a:spcBef>
              <a:spcAft>
                <a:spcPct val="0"/>
              </a:spcAft>
              <a:buClrTx/>
              <a:buSzTx/>
              <a:buFontTx/>
              <a:buNone/>
              <a:defRPr/>
            </a:pPr>
            <a:endParaRPr kumimoji="0" lang="en-GB" sz="2800" b="0" i="0" u="none" strike="noStrike" kern="0" cap="none" spc="0" normalizeH="0" baseline="0" noProof="0" dirty="0">
              <a:ln>
                <a:noFill/>
              </a:ln>
              <a:solidFill>
                <a:schemeClr val="tx1"/>
              </a:solidFill>
              <a:effectLst/>
              <a:uLnTx/>
              <a:uFillTx/>
              <a:latin typeface="Comic Sans MS" panose="030F0702030302020204" pitchFamily="66" charset="0"/>
              <a:ea typeface="+mn-ea"/>
              <a:cs typeface="+mn-cs"/>
            </a:endParaRPr>
          </a:p>
          <a:p>
            <a:pPr marL="514350" marR="0" indent="-514350" defTabSz="914400" eaLnBrk="0" hangingPunct="0">
              <a:lnSpc>
                <a:spcPct val="90000"/>
              </a:lnSpc>
              <a:spcBef>
                <a:spcPct val="20000"/>
              </a:spcBef>
              <a:buClrTx/>
              <a:buSzTx/>
              <a:buFont typeface="+mj-lt"/>
              <a:buAutoNum type="arabicPeriod"/>
              <a:defRPr/>
            </a:pPr>
            <a:r>
              <a:rPr kumimoji="0" lang="en-GB" sz="2800" kern="0" cap="none" spc="0" normalizeH="0" baseline="0" noProof="0" dirty="0">
                <a:solidFill>
                  <a:srgbClr val="0070C0"/>
                </a:solidFill>
                <a:latin typeface="Comic Sans MS" panose="030F0702030302020204" pitchFamily="66" charset="0"/>
                <a:ea typeface="+mn-ea"/>
                <a:cs typeface="+mn-cs"/>
              </a:rPr>
              <a:t>Message Authentication without Message Encryption</a:t>
            </a:r>
            <a:endParaRPr kumimoji="0" lang="sv-SE" sz="2800" kern="0" cap="none" spc="0" normalizeH="0" baseline="0" noProof="0" dirty="0">
              <a:solidFill>
                <a:srgbClr val="0070C0"/>
              </a:solidFill>
              <a:latin typeface="Comic Sans MS" panose="030F0702030302020204" pitchFamily="66" charset="0"/>
              <a:ea typeface="+mn-ea"/>
              <a:cs typeface="+mn-cs"/>
            </a:endParaRPr>
          </a:p>
          <a:p>
            <a:pPr marL="742950" marR="0" indent="-285750" defTabSz="914400" eaLnBrk="0" hangingPunct="0">
              <a:lnSpc>
                <a:spcPct val="90000"/>
              </a:lnSpc>
              <a:spcBef>
                <a:spcPct val="20000"/>
              </a:spcBef>
              <a:buClrTx/>
              <a:buSzTx/>
              <a:buFont typeface="Arial" panose="020B0604020202020204" pitchFamily="34" charset="0"/>
              <a:buChar char="•"/>
              <a:defRPr/>
            </a:pPr>
            <a:r>
              <a:rPr kumimoji="0" lang="en-GB" sz="2800" kern="0" cap="none" spc="0" normalizeH="0" baseline="0" noProof="0" dirty="0">
                <a:solidFill>
                  <a:srgbClr val="FF0000"/>
                </a:solidFill>
                <a:latin typeface="Comic Sans MS" panose="030F0702030302020204" pitchFamily="66" charset="0"/>
                <a:ea typeface="+mn-ea"/>
                <a:cs typeface="+mn-cs"/>
              </a:rPr>
              <a:t>  -Message Authentication Code</a:t>
            </a:r>
          </a:p>
          <a:p>
            <a:pPr marL="742950" marR="0" lvl="1" indent="-285750" algn="l" defTabSz="914400" rtl="0" eaLnBrk="0" fontAlgn="base" latinLnBrk="0" hangingPunct="0">
              <a:lnSpc>
                <a:spcPct val="90000"/>
              </a:lnSpc>
              <a:spcBef>
                <a:spcPct val="20000"/>
              </a:spcBef>
              <a:spcAft>
                <a:spcPct val="0"/>
              </a:spcAft>
              <a:buClrTx/>
              <a:buSzTx/>
              <a:buFont typeface="Arial" panose="020B0604020202020204" pitchFamily="34" charset="0"/>
              <a:buChar char="•"/>
              <a:defRPr/>
            </a:pPr>
            <a:r>
              <a:rPr kumimoji="0" lang="en-GB" sz="2800" b="0" i="0" u="none" strike="noStrike" kern="0" cap="none" spc="0" normalizeH="0" baseline="0" noProof="0" dirty="0">
                <a:ln>
                  <a:noFill/>
                </a:ln>
                <a:solidFill>
                  <a:srgbClr val="FF0000"/>
                </a:solidFill>
                <a:effectLst/>
                <a:uLnTx/>
                <a:uFillTx/>
                <a:latin typeface="Comic Sans MS" panose="030F0702030302020204" pitchFamily="66" charset="0"/>
                <a:ea typeface="+mn-ea"/>
                <a:cs typeface="+mn-cs"/>
              </a:rPr>
              <a:t>  -One-Way hash function</a:t>
            </a:r>
          </a:p>
        </p:txBody>
      </p:sp>
    </p:spTree>
    <p:extLst>
      <p:ext uri="{BB962C8B-B14F-4D97-AF65-F5344CB8AC3E}">
        <p14:creationId xmlns:p14="http://schemas.microsoft.com/office/powerpoint/2010/main" val="18652104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https://media.geeksforgeeks.org/wp-content/uploads/20210626115536/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914400"/>
            <a:ext cx="6115050" cy="291465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0" y="228600"/>
            <a:ext cx="8839200" cy="424732"/>
          </a:xfrm>
          <a:prstGeom prst="rect">
            <a:avLst/>
          </a:prstGeom>
        </p:spPr>
        <p:txBody>
          <a:bodyPr>
            <a:spAutoFit/>
          </a:bodyPr>
          <a:lstStyle/>
          <a:p>
            <a:pPr marL="514350" lvl="0" indent="-514350" algn="ctr" eaLnBrk="0" hangingPunct="0">
              <a:lnSpc>
                <a:spcPct val="90000"/>
              </a:lnSpc>
              <a:spcBef>
                <a:spcPct val="20000"/>
              </a:spcBef>
              <a:defRPr/>
            </a:pPr>
            <a:r>
              <a:rPr lang="en-GB" kern="0" baseline="0" dirty="0">
                <a:solidFill>
                  <a:srgbClr val="0070C0"/>
                </a:solidFill>
                <a:latin typeface="Comic Sans MS" panose="030F0702030302020204" pitchFamily="66" charset="0"/>
              </a:rPr>
              <a:t>1</a:t>
            </a:r>
            <a:r>
              <a:rPr kumimoji="0" lang="en-GB" sz="2400" b="0" i="0" u="none" strike="noStrike" kern="0" cap="none" spc="0" normalizeH="0" baseline="0" noProof="0" dirty="0" smtClean="0">
                <a:ln>
                  <a:noFill/>
                </a:ln>
                <a:solidFill>
                  <a:srgbClr val="0070C0"/>
                </a:solidFill>
                <a:effectLst/>
                <a:uLnTx/>
                <a:uFillTx/>
                <a:latin typeface="Comic Sans MS" panose="030F0702030302020204" pitchFamily="66" charset="0"/>
                <a:ea typeface="+mn-ea"/>
                <a:cs typeface="+mn-cs"/>
              </a:rPr>
              <a:t>. </a:t>
            </a:r>
            <a:r>
              <a:rPr kumimoji="0" lang="en-GB" sz="2400" b="0" i="0" u="none" strike="noStrike" kern="0" cap="none" spc="0" normalizeH="0" baseline="0" noProof="0" dirty="0">
                <a:ln>
                  <a:noFill/>
                </a:ln>
                <a:solidFill>
                  <a:srgbClr val="0070C0"/>
                </a:solidFill>
                <a:effectLst/>
                <a:uLnTx/>
                <a:uFillTx/>
                <a:latin typeface="Comic Sans MS" panose="030F0702030302020204" pitchFamily="66" charset="0"/>
                <a:ea typeface="+mn-ea"/>
                <a:cs typeface="+mn-cs"/>
              </a:rPr>
              <a:t>Message Authentication </a:t>
            </a:r>
            <a:r>
              <a:rPr lang="en-GB" kern="0" baseline="0" dirty="0" smtClean="0">
                <a:solidFill>
                  <a:srgbClr val="0070C0"/>
                </a:solidFill>
                <a:latin typeface="Comic Sans MS" panose="030F0702030302020204" pitchFamily="66" charset="0"/>
              </a:rPr>
              <a:t>Using </a:t>
            </a:r>
            <a:r>
              <a:rPr lang="en-GB" kern="0" baseline="0" dirty="0">
                <a:solidFill>
                  <a:srgbClr val="0070C0"/>
                </a:solidFill>
                <a:latin typeface="Comic Sans MS" panose="030F0702030302020204" pitchFamily="66" charset="0"/>
              </a:rPr>
              <a:t>Conventional Encryption</a:t>
            </a:r>
            <a:endParaRPr kumimoji="0" lang="en-GB" sz="2400" b="0" i="0" u="none" strike="noStrike" kern="0" cap="none" spc="0" normalizeH="0" baseline="0" noProof="0" dirty="0">
              <a:ln>
                <a:noFill/>
              </a:ln>
              <a:solidFill>
                <a:srgbClr val="FF0000"/>
              </a:solidFill>
              <a:effectLst/>
              <a:uLnTx/>
              <a:uFillTx/>
              <a:latin typeface="Comic Sans MS" panose="030F0702030302020204" pitchFamily="66" charset="0"/>
              <a:ea typeface="+mn-ea"/>
              <a:cs typeface="+mn-cs"/>
            </a:endParaRPr>
          </a:p>
        </p:txBody>
      </p:sp>
      <p:sp>
        <p:nvSpPr>
          <p:cNvPr id="2" name="Rectangle 1"/>
          <p:cNvSpPr/>
          <p:nvPr/>
        </p:nvSpPr>
        <p:spPr>
          <a:xfrm>
            <a:off x="428557" y="3829050"/>
            <a:ext cx="8410644" cy="2431435"/>
          </a:xfrm>
          <a:prstGeom prst="rect">
            <a:avLst/>
          </a:prstGeom>
        </p:spPr>
        <p:txBody>
          <a:bodyPr wrap="square">
            <a:spAutoFit/>
          </a:bodyPr>
          <a:lstStyle/>
          <a:p>
            <a:r>
              <a:rPr lang="en-US" dirty="0"/>
              <a:t>Message authentication using conventional (symmetric) encryption ensures that a message </a:t>
            </a:r>
            <a:endParaRPr lang="en-US" dirty="0" smtClean="0"/>
          </a:p>
          <a:p>
            <a:r>
              <a:rPr lang="en-US" dirty="0" smtClean="0"/>
              <a:t>comes </a:t>
            </a:r>
            <a:r>
              <a:rPr lang="en-US" dirty="0"/>
              <a:t>from the right sender and has not been changed. It relies on a shared secret key, </a:t>
            </a:r>
            <a:endParaRPr lang="en-US" dirty="0" smtClean="0"/>
          </a:p>
          <a:p>
            <a:r>
              <a:rPr lang="en-US" dirty="0" smtClean="0"/>
              <a:t>error-detection </a:t>
            </a:r>
            <a:r>
              <a:rPr lang="en-US" dirty="0"/>
              <a:t>codes, and sequence numbers. </a:t>
            </a:r>
            <a:endParaRPr lang="en-US" dirty="0" smtClean="0"/>
          </a:p>
          <a:p>
            <a:r>
              <a:rPr lang="en-US" dirty="0"/>
              <a:t>The sender prepares a message (M), </a:t>
            </a:r>
            <a:r>
              <a:rPr lang="en-US" dirty="0" smtClean="0"/>
              <a:t>adds timestamp,</a:t>
            </a:r>
            <a:r>
              <a:rPr lang="en-US" baseline="0" dirty="0" smtClean="0"/>
              <a:t> </a:t>
            </a:r>
            <a:r>
              <a:rPr lang="en-US" dirty="0" smtClean="0"/>
              <a:t>sequence and </a:t>
            </a:r>
            <a:r>
              <a:rPr lang="en-US" dirty="0"/>
              <a:t>error-detection code </a:t>
            </a:r>
            <a:endParaRPr lang="en-US" dirty="0" smtClean="0"/>
          </a:p>
          <a:p>
            <a:r>
              <a:rPr lang="en-US" dirty="0" smtClean="0"/>
              <a:t>(</a:t>
            </a:r>
            <a:r>
              <a:rPr lang="en-US" dirty="0"/>
              <a:t>like a checksum or FCS), </a:t>
            </a:r>
            <a:r>
              <a:rPr lang="en-US" dirty="0" smtClean="0"/>
              <a:t>and </a:t>
            </a:r>
            <a:r>
              <a:rPr lang="en-US" dirty="0"/>
              <a:t>encrypts the entire block using the secret key </a:t>
            </a:r>
            <a:endParaRPr lang="en-US" dirty="0" smtClean="0"/>
          </a:p>
          <a:p>
            <a:endParaRPr lang="en-US" dirty="0"/>
          </a:p>
          <a:p>
            <a:r>
              <a:rPr lang="en-US" dirty="0"/>
              <a:t>The receiver decrypts the </a:t>
            </a:r>
            <a:r>
              <a:rPr lang="en-US" dirty="0" err="1"/>
              <a:t>ciphertext</a:t>
            </a:r>
            <a:r>
              <a:rPr lang="en-US" dirty="0"/>
              <a:t> using the same secret key. If the decrypted message has a </a:t>
            </a:r>
          </a:p>
          <a:p>
            <a:r>
              <a:rPr lang="en-US" dirty="0"/>
              <a:t>valid error-detection code, the receiver accepts it as authentic and unchanged. The sequence number and time stamp is verified to check the message is duplicate or original   </a:t>
            </a:r>
            <a:endParaRPr lang="en-IN" dirty="0"/>
          </a:p>
        </p:txBody>
      </p:sp>
    </p:spTree>
    <p:extLst>
      <p:ext uri="{BB962C8B-B14F-4D97-AF65-F5344CB8AC3E}">
        <p14:creationId xmlns:p14="http://schemas.microsoft.com/office/powerpoint/2010/main" val="41753059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22" name="Picture 5" descr="&#10;Picture 10                                                     00000002_x0007_JAC-HG4                        ABA78158:"/>
          <p:cNvPicPr>
            <a:picLocks noChangeAspect="1"/>
          </p:cNvPicPr>
          <p:nvPr/>
        </p:nvPicPr>
        <p:blipFill>
          <a:blip r:embed="rId2"/>
          <a:stretch>
            <a:fillRect/>
          </a:stretch>
        </p:blipFill>
        <p:spPr>
          <a:xfrm>
            <a:off x="304800" y="1219200"/>
            <a:ext cx="8534400" cy="5638800"/>
          </a:xfrm>
          <a:prstGeom prst="rect">
            <a:avLst/>
          </a:prstGeom>
          <a:noFill/>
          <a:ln w="9525">
            <a:noFill/>
          </a:ln>
        </p:spPr>
      </p:pic>
      <p:sp>
        <p:nvSpPr>
          <p:cNvPr id="4" name="Rectangle 3"/>
          <p:cNvSpPr/>
          <p:nvPr/>
        </p:nvSpPr>
        <p:spPr>
          <a:xfrm>
            <a:off x="0" y="0"/>
            <a:ext cx="8839200" cy="868363"/>
          </a:xfrm>
          <a:prstGeom prst="rect">
            <a:avLst/>
          </a:prstGeom>
        </p:spPr>
        <p:txBody>
          <a:bodyPr>
            <a:spAutoFit/>
          </a:bodyPr>
          <a:lstStyle/>
          <a:p>
            <a:pPr marL="514350" marR="0" lvl="0" indent="-514350" algn="ctr" defTabSz="914400" rtl="0" eaLnBrk="0" fontAlgn="base" latinLnBrk="0" hangingPunct="0">
              <a:lnSpc>
                <a:spcPct val="90000"/>
              </a:lnSpc>
              <a:spcBef>
                <a:spcPct val="20000"/>
              </a:spcBef>
              <a:spcAft>
                <a:spcPct val="0"/>
              </a:spcAft>
              <a:buClrTx/>
              <a:buSzTx/>
              <a:buFontTx/>
              <a:buNone/>
              <a:defRPr/>
            </a:pPr>
            <a:r>
              <a:rPr kumimoji="0" lang="en-GB" sz="2400" b="0" i="0" u="none" strike="noStrike" kern="0" cap="none" spc="0" normalizeH="0" baseline="0" noProof="0" dirty="0">
                <a:ln>
                  <a:noFill/>
                </a:ln>
                <a:solidFill>
                  <a:srgbClr val="0070C0"/>
                </a:solidFill>
                <a:effectLst/>
                <a:uLnTx/>
                <a:uFillTx/>
                <a:latin typeface="Comic Sans MS" panose="030F0702030302020204" pitchFamily="66" charset="0"/>
                <a:ea typeface="+mn-ea"/>
                <a:cs typeface="+mn-cs"/>
              </a:rPr>
              <a:t>2. Message Authentication without Message Encryption</a:t>
            </a:r>
            <a:r>
              <a:rPr kumimoji="0" lang="en-GB" sz="2400" b="0" i="0" u="none" strike="noStrike" kern="0" cap="none" spc="0" normalizeH="0" baseline="0" noProof="0" dirty="0">
                <a:ln>
                  <a:noFill/>
                </a:ln>
                <a:solidFill>
                  <a:schemeClr val="tx1"/>
                </a:solidFill>
                <a:effectLst/>
                <a:uLnTx/>
                <a:uFillTx/>
                <a:latin typeface="Comic Sans MS" panose="030F0702030302020204" pitchFamily="66" charset="0"/>
                <a:ea typeface="+mn-ea"/>
                <a:cs typeface="+mn-cs"/>
              </a:rPr>
              <a:t> -</a:t>
            </a:r>
            <a:r>
              <a:rPr kumimoji="0" lang="en-GB" sz="3200" b="0" i="0" u="none" strike="noStrike" kern="0" cap="none" spc="0" normalizeH="0" baseline="0" noProof="0" dirty="0">
                <a:ln>
                  <a:noFill/>
                </a:ln>
                <a:solidFill>
                  <a:srgbClr val="FF0000"/>
                </a:solidFill>
                <a:effectLst/>
                <a:uLnTx/>
                <a:uFillTx/>
                <a:latin typeface="Comic Sans MS" panose="030F0702030302020204" pitchFamily="66" charset="0"/>
                <a:ea typeface="+mn-ea"/>
                <a:cs typeface="+mn-cs"/>
              </a:rPr>
              <a:t>Message Authentication Code</a:t>
            </a:r>
            <a:endParaRPr kumimoji="0" lang="en-GB" sz="2400" b="0" i="0" u="none" strike="noStrike" kern="0" cap="none" spc="0" normalizeH="0" baseline="0" noProof="0" dirty="0">
              <a:ln>
                <a:noFill/>
              </a:ln>
              <a:solidFill>
                <a:srgbClr val="FF0000"/>
              </a:solidFill>
              <a:effectLst/>
              <a:uLnTx/>
              <a:uFillTx/>
              <a:latin typeface="Comic Sans MS" panose="030F0702030302020204" pitchFamily="66" charset="0"/>
              <a:ea typeface="+mn-ea"/>
              <a:cs typeface="+mn-cs"/>
            </a:endParaRPr>
          </a:p>
        </p:txBody>
      </p:sp>
      <p:sp>
        <p:nvSpPr>
          <p:cNvPr id="81924" name="Rounded Rectangular Callout 4"/>
          <p:cNvSpPr/>
          <p:nvPr/>
        </p:nvSpPr>
        <p:spPr>
          <a:xfrm>
            <a:off x="2133600" y="5791200"/>
            <a:ext cx="1524000" cy="533400"/>
          </a:xfrm>
          <a:prstGeom prst="wedgeRoundRectCallout">
            <a:avLst>
              <a:gd name="adj1" fmla="val -9125"/>
              <a:gd name="adj2" fmla="val -103546"/>
              <a:gd name="adj3" fmla="val 16667"/>
            </a:avLst>
          </a:prstGeom>
          <a:noFill/>
          <a:ln w="9525" cap="flat" cmpd="sng">
            <a:solidFill>
              <a:schemeClr val="tx1"/>
            </a:solidFill>
            <a:prstDash val="solid"/>
            <a:round/>
            <a:headEnd type="none" w="med" len="med"/>
            <a:tailEnd type="none" w="med" len="med"/>
          </a:ln>
        </p:spPr>
        <p:txBody>
          <a:bodyPr/>
          <a:lstStyle/>
          <a:p>
            <a:r>
              <a:rPr lang="en-US" altLang="x-none" sz="1800" baseline="-25000" dirty="0">
                <a:latin typeface="Times New Roman" panose="02020603050405020304" pitchFamily="18" charset="0"/>
              </a:rPr>
              <a:t>MAC</a:t>
            </a:r>
            <a:r>
              <a:rPr lang="en-US" altLang="x-none" sz="1800" baseline="-50000" dirty="0">
                <a:latin typeface="Times New Roman" panose="02020603050405020304" pitchFamily="18" charset="0"/>
              </a:rPr>
              <a:t>M</a:t>
            </a:r>
            <a:r>
              <a:rPr lang="en-US" altLang="x-none" sz="1800" baseline="-25000" dirty="0">
                <a:latin typeface="Times New Roman" panose="02020603050405020304" pitchFamily="18" charset="0"/>
              </a:rPr>
              <a:t>=F(K</a:t>
            </a:r>
            <a:r>
              <a:rPr lang="en-US" altLang="x-none" sz="1800" baseline="-52000" dirty="0">
                <a:latin typeface="Times New Roman" panose="02020603050405020304" pitchFamily="18" charset="0"/>
              </a:rPr>
              <a:t>AB</a:t>
            </a:r>
            <a:r>
              <a:rPr lang="en-US" altLang="x-none" sz="1800" baseline="-25000" dirty="0">
                <a:latin typeface="Times New Roman" panose="02020603050405020304" pitchFamily="18" charset="0"/>
              </a:rPr>
              <a:t>,M)</a:t>
            </a:r>
          </a:p>
        </p:txBody>
      </p:sp>
    </p:spTree>
    <p:extLst>
      <p:ext uri="{BB962C8B-B14F-4D97-AF65-F5344CB8AC3E}">
        <p14:creationId xmlns:p14="http://schemas.microsoft.com/office/powerpoint/2010/main" val="37497497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Title 1"/>
          <p:cNvSpPr>
            <a:spLocks noGrp="1"/>
          </p:cNvSpPr>
          <p:nvPr>
            <p:ph type="ctrTitle"/>
          </p:nvPr>
        </p:nvSpPr>
        <p:spPr>
          <a:xfrm>
            <a:off x="990600" y="685800"/>
            <a:ext cx="7772400" cy="914400"/>
          </a:xfrm>
          <a:ln/>
        </p:spPr>
        <p:txBody>
          <a:bodyPr vert="horz" wrap="square" lIns="91440" tIns="45720" rIns="91440" bIns="45720" anchor="ctr" anchorCtr="0"/>
          <a:lstStyle/>
          <a:p>
            <a:pPr>
              <a:buClrTx/>
              <a:buSzTx/>
              <a:buFontTx/>
            </a:pPr>
            <a:r>
              <a:rPr lang="en-US" altLang="x-none" sz="2400" dirty="0">
                <a:solidFill>
                  <a:srgbClr val="FF0000"/>
                </a:solidFill>
                <a:latin typeface="Times New Roman" panose="02020603050405020304" pitchFamily="18" charset="0"/>
                <a:cs typeface="Times New Roman" panose="02020603050405020304" pitchFamily="18" charset="0"/>
              </a:rPr>
              <a:t>If received code matches the calculated code, then:</a:t>
            </a:r>
            <a:endParaRPr lang="en-US" altLang="x-none" sz="2400" dirty="0">
              <a:solidFill>
                <a:srgbClr val="FF0000"/>
              </a:solidFill>
              <a:latin typeface="Times New Roman" panose="02020603050405020304" pitchFamily="18" charset="0"/>
              <a:ea typeface="Times New Roman" panose="02020603050405020304" pitchFamily="18" charset="0"/>
            </a:endParaRPr>
          </a:p>
        </p:txBody>
      </p:sp>
      <p:sp>
        <p:nvSpPr>
          <p:cNvPr id="82947" name="Subtitle 2"/>
          <p:cNvSpPr>
            <a:spLocks noGrp="1"/>
          </p:cNvSpPr>
          <p:nvPr>
            <p:ph type="subTitle" idx="1"/>
          </p:nvPr>
        </p:nvSpPr>
        <p:spPr>
          <a:xfrm>
            <a:off x="1066800" y="1600200"/>
            <a:ext cx="7543800" cy="4038600"/>
          </a:xfrm>
          <a:ln/>
        </p:spPr>
        <p:txBody>
          <a:bodyPr vert="horz" wrap="square" lIns="91440" tIns="45720" rIns="91440" bIns="45720" anchor="t" anchorCtr="0"/>
          <a:lstStyle/>
          <a:p>
            <a:pPr algn="l">
              <a:buClrTx/>
              <a:buSzTx/>
              <a:buFont typeface="Arial" panose="020B0604020202020204" pitchFamily="34" charset="0"/>
              <a:buChar char="•"/>
            </a:pPr>
            <a:r>
              <a:rPr lang="en-US" altLang="x-none" sz="2400" kern="1200" dirty="0">
                <a:solidFill>
                  <a:schemeClr val="tx1"/>
                </a:solidFill>
                <a:latin typeface="Times New Roman" panose="02020603050405020304" pitchFamily="18" charset="0"/>
                <a:ea typeface="+mn-ea"/>
                <a:cs typeface="Times New Roman" panose="02020603050405020304" pitchFamily="18" charset="0"/>
              </a:rPr>
              <a:t>The receiver is assured that the message has not altered.</a:t>
            </a:r>
          </a:p>
          <a:p>
            <a:pPr algn="l">
              <a:buClrTx/>
              <a:buSzTx/>
            </a:pPr>
            <a:endParaRPr lang="en-US" altLang="x-none" sz="2400" kern="1200" dirty="0">
              <a:solidFill>
                <a:schemeClr val="tx1"/>
              </a:solidFill>
              <a:latin typeface="Times New Roman" panose="02020603050405020304" pitchFamily="18" charset="0"/>
              <a:ea typeface="+mn-ea"/>
              <a:cs typeface="Times New Roman" panose="02020603050405020304" pitchFamily="18" charset="0"/>
            </a:endParaRPr>
          </a:p>
          <a:p>
            <a:pPr algn="l">
              <a:buClrTx/>
              <a:buSzTx/>
              <a:buFont typeface="Arial" panose="020B0604020202020204" pitchFamily="34" charset="0"/>
              <a:buChar char="•"/>
            </a:pPr>
            <a:r>
              <a:rPr lang="en-US" altLang="x-none" sz="2400" kern="1200" dirty="0">
                <a:solidFill>
                  <a:schemeClr val="tx1"/>
                </a:solidFill>
                <a:latin typeface="Times New Roman" panose="02020603050405020304" pitchFamily="18" charset="0"/>
                <a:ea typeface="+mn-ea"/>
                <a:cs typeface="Times New Roman" panose="02020603050405020304" pitchFamily="18" charset="0"/>
              </a:rPr>
              <a:t>The receiver is assured that the message is from the alleged sender.</a:t>
            </a:r>
          </a:p>
          <a:p>
            <a:pPr algn="l">
              <a:buClrTx/>
              <a:buSzTx/>
            </a:pPr>
            <a:endParaRPr lang="en-US" altLang="x-none" sz="2400" kern="1200" dirty="0">
              <a:solidFill>
                <a:schemeClr val="tx1"/>
              </a:solidFill>
              <a:latin typeface="Times New Roman" panose="02020603050405020304" pitchFamily="18" charset="0"/>
              <a:ea typeface="+mn-ea"/>
              <a:cs typeface="Times New Roman" panose="02020603050405020304" pitchFamily="18" charset="0"/>
            </a:endParaRPr>
          </a:p>
          <a:p>
            <a:pPr algn="l">
              <a:buClrTx/>
              <a:buSzTx/>
              <a:buFont typeface="Arial" panose="020B0604020202020204" pitchFamily="34" charset="0"/>
              <a:buChar char="•"/>
            </a:pPr>
            <a:r>
              <a:rPr lang="en-US" altLang="x-none" sz="2400" kern="1200" dirty="0">
                <a:solidFill>
                  <a:schemeClr val="tx1"/>
                </a:solidFill>
                <a:latin typeface="Times New Roman" panose="02020603050405020304" pitchFamily="18" charset="0"/>
                <a:ea typeface="+mn-ea"/>
                <a:cs typeface="Times New Roman" panose="02020603050405020304" pitchFamily="18" charset="0"/>
              </a:rPr>
              <a:t>If the message includes a sequence number, then the receiver can be assured of the proper sequence, because an attacker cannot successfully alter the sequence number.</a:t>
            </a:r>
            <a:endParaRPr lang="en-US" altLang="x-none" sz="2400" kern="1200" dirty="0">
              <a:solidFill>
                <a:schemeClr val="tx1"/>
              </a:solidFill>
              <a:latin typeface="Times New Roman" panose="02020603050405020304" pitchFamily="18" charset="0"/>
              <a:ea typeface="Times New Roman" panose="02020603050405020304" pitchFamily="18" charset="0"/>
              <a:cs typeface="+mn-cs"/>
            </a:endParaRPr>
          </a:p>
        </p:txBody>
      </p:sp>
    </p:spTree>
    <p:extLst>
      <p:ext uri="{BB962C8B-B14F-4D97-AF65-F5344CB8AC3E}">
        <p14:creationId xmlns:p14="http://schemas.microsoft.com/office/powerpoint/2010/main" val="32829320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3970" name="Picture 2"/>
          <p:cNvPicPr>
            <a:picLocks noChangeAspect="1"/>
          </p:cNvPicPr>
          <p:nvPr/>
        </p:nvPicPr>
        <p:blipFill>
          <a:blip r:embed="rId2"/>
          <a:srcRect r="8238"/>
          <a:stretch>
            <a:fillRect/>
          </a:stretch>
        </p:blipFill>
        <p:spPr>
          <a:xfrm>
            <a:off x="1504950" y="0"/>
            <a:ext cx="7639050" cy="6858000"/>
          </a:xfrm>
          <a:prstGeom prst="rect">
            <a:avLst/>
          </a:prstGeom>
          <a:noFill/>
          <a:ln w="9525">
            <a:noFill/>
          </a:ln>
        </p:spPr>
      </p:pic>
      <p:sp>
        <p:nvSpPr>
          <p:cNvPr id="4" name="Rectangle 3"/>
          <p:cNvSpPr/>
          <p:nvPr/>
        </p:nvSpPr>
        <p:spPr>
          <a:xfrm rot="16200000">
            <a:off x="-2757487" y="2724150"/>
            <a:ext cx="6858000" cy="1409700"/>
          </a:xfrm>
          <a:prstGeom prst="rect">
            <a:avLst/>
          </a:prstGeom>
        </p:spPr>
        <p:txBody>
          <a:bodyPr>
            <a:spAutoFit/>
          </a:bodyPr>
          <a:lstStyle/>
          <a:p>
            <a:pPr marL="514350" marR="0" lvl="0" indent="-514350" algn="l" defTabSz="914400" rtl="0" eaLnBrk="0" fontAlgn="base" latinLnBrk="0" hangingPunct="0">
              <a:lnSpc>
                <a:spcPct val="90000"/>
              </a:lnSpc>
              <a:spcBef>
                <a:spcPct val="20000"/>
              </a:spcBef>
              <a:spcAft>
                <a:spcPct val="0"/>
              </a:spcAft>
              <a:buClrTx/>
              <a:buSzTx/>
              <a:buFontTx/>
              <a:buNone/>
              <a:defRPr/>
            </a:pPr>
            <a:r>
              <a:rPr kumimoji="0" lang="en-GB" sz="2800" b="0" i="0" u="none" strike="noStrike" kern="0" cap="none" spc="0" normalizeH="0" baseline="0" noProof="0" dirty="0">
                <a:ln>
                  <a:noFill/>
                </a:ln>
                <a:solidFill>
                  <a:srgbClr val="0070C0"/>
                </a:solidFill>
                <a:effectLst/>
                <a:uLnTx/>
                <a:uFillTx/>
                <a:latin typeface="Comic Sans MS" panose="030F0702030302020204" pitchFamily="66" charset="0"/>
                <a:ea typeface="+mn-ea"/>
                <a:cs typeface="+mn-cs"/>
              </a:rPr>
              <a:t>2. Message Authentication without Message Encryption</a:t>
            </a:r>
            <a:endParaRPr kumimoji="0" lang="sv-SE" sz="2800" b="0" i="0" u="none" strike="noStrike" kern="0" cap="none" spc="0" normalizeH="0" baseline="0" noProof="0" dirty="0">
              <a:ln>
                <a:noFill/>
              </a:ln>
              <a:solidFill>
                <a:srgbClr val="0070C0"/>
              </a:solidFill>
              <a:effectLst/>
              <a:uLnTx/>
              <a:uFillTx/>
              <a:latin typeface="Comic Sans MS" panose="030F0702030302020204" pitchFamily="66" charset="0"/>
              <a:ea typeface="+mn-ea"/>
              <a:cs typeface="+mn-cs"/>
            </a:endParaRPr>
          </a:p>
          <a:p>
            <a:pPr marL="742950" marR="0" lvl="0" indent="-285750" algn="l" defTabSz="914400" rtl="0" eaLnBrk="0" fontAlgn="base" latinLnBrk="0" hangingPunct="0">
              <a:lnSpc>
                <a:spcPct val="90000"/>
              </a:lnSpc>
              <a:spcBef>
                <a:spcPct val="20000"/>
              </a:spcBef>
              <a:spcAft>
                <a:spcPct val="0"/>
              </a:spcAft>
              <a:buClrTx/>
              <a:buSzTx/>
              <a:buFont typeface="Arial" panose="020B0604020202020204" pitchFamily="34" charset="0"/>
              <a:buChar char="•"/>
              <a:defRPr/>
            </a:pPr>
            <a:r>
              <a:rPr kumimoji="0" lang="en-GB" sz="3200" b="0" i="0" u="none" strike="noStrike" kern="0" cap="none" spc="0" normalizeH="0" baseline="0" noProof="0" dirty="0">
                <a:ln>
                  <a:noFill/>
                </a:ln>
                <a:solidFill>
                  <a:srgbClr val="FF0000"/>
                </a:solidFill>
                <a:effectLst/>
                <a:uLnTx/>
                <a:uFillTx/>
                <a:latin typeface="Comic Sans MS" panose="030F0702030302020204" pitchFamily="66" charset="0"/>
                <a:ea typeface="+mn-ea"/>
                <a:cs typeface="+mn-cs"/>
              </a:rPr>
              <a:t>-One-Way hash function</a:t>
            </a:r>
          </a:p>
        </p:txBody>
      </p:sp>
    </p:spTree>
    <p:extLst>
      <p:ext uri="{BB962C8B-B14F-4D97-AF65-F5344CB8AC3E}">
        <p14:creationId xmlns:p14="http://schemas.microsoft.com/office/powerpoint/2010/main" val="29550013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Slide Number Placeholder 5"/>
          <p:cNvSpPr txBox="1"/>
          <p:nvPr/>
        </p:nvSpPr>
        <p:spPr>
          <a:xfrm>
            <a:off x="6553200" y="6248400"/>
            <a:ext cx="1905000" cy="457200"/>
          </a:xfrm>
          <a:prstGeom prst="rect">
            <a:avLst/>
          </a:prstGeom>
          <a:noFill/>
          <a:ln w="9525">
            <a:noFill/>
          </a:ln>
        </p:spPr>
        <p:txBody>
          <a:bodyPr/>
          <a:lstStyle/>
          <a:p>
            <a:pPr algn="r"/>
            <a:fld id="{9A0DB2DC-4C9A-4742-B13C-FB6460FD3503}" type="slidenum">
              <a:rPr lang="en-GB" sz="2800" baseline="0" dirty="0">
                <a:latin typeface="Comic Sans MS" panose="030F0702030302020204" pitchFamily="66" charset="0"/>
              </a:rPr>
              <a:t>20</a:t>
            </a:fld>
            <a:endParaRPr lang="en-GB" sz="2800" baseline="0" dirty="0">
              <a:latin typeface="Comic Sans MS" panose="030F0702030302020204" pitchFamily="66" charset="0"/>
            </a:endParaRPr>
          </a:p>
        </p:txBody>
      </p:sp>
      <p:sp>
        <p:nvSpPr>
          <p:cNvPr id="5" name="Rectangle 2"/>
          <p:cNvSpPr txBox="1">
            <a:spLocks noChangeArrowheads="1"/>
          </p:cNvSpPr>
          <p:nvPr/>
        </p:nvSpPr>
        <p:spPr>
          <a:xfrm>
            <a:off x="685800" y="0"/>
            <a:ext cx="7772400" cy="457200"/>
          </a:xfrm>
          <a:prstGeom prst="rect">
            <a:avLst/>
          </a:prstGeom>
        </p:spPr>
        <p:txBody>
          <a:bodyPr/>
          <a:lstStyle/>
          <a:p>
            <a:pPr marR="0" algn="ctr" defTabSz="914400" eaLnBrk="0" hangingPunct="0">
              <a:buClrTx/>
              <a:buSzTx/>
              <a:buFontTx/>
              <a:buNone/>
              <a:defRPr/>
            </a:pPr>
            <a:r>
              <a:rPr kumimoji="0" lang="sv-SE" sz="3200" b="1" kern="0" cap="none" spc="0" normalizeH="0" baseline="0" noProof="0" dirty="0">
                <a:solidFill>
                  <a:schemeClr val="tx2"/>
                </a:solidFill>
                <a:latin typeface="Comic Sans MS" panose="030F0702030302020204" pitchFamily="66" charset="0"/>
                <a:ea typeface="+mj-ea"/>
                <a:cs typeface="+mj-cs"/>
              </a:rPr>
              <a:t>Secure HASH Functions</a:t>
            </a:r>
            <a:endParaRPr kumimoji="0" lang="en-GB" sz="3200" b="1" kern="0" cap="none" spc="0" normalizeH="0" baseline="0" noProof="0" dirty="0">
              <a:solidFill>
                <a:schemeClr val="tx2"/>
              </a:solidFill>
              <a:latin typeface="Comic Sans MS" panose="030F0702030302020204" pitchFamily="66" charset="0"/>
              <a:ea typeface="+mj-ea"/>
              <a:cs typeface="+mj-cs"/>
            </a:endParaRPr>
          </a:p>
        </p:txBody>
      </p:sp>
      <p:sp>
        <p:nvSpPr>
          <p:cNvPr id="6" name="Rectangle 3"/>
          <p:cNvSpPr txBox="1">
            <a:spLocks noChangeArrowheads="1"/>
          </p:cNvSpPr>
          <p:nvPr/>
        </p:nvSpPr>
        <p:spPr>
          <a:xfrm>
            <a:off x="0" y="457200"/>
            <a:ext cx="9144000" cy="6172200"/>
          </a:xfrm>
          <a:prstGeom prst="rect">
            <a:avLst/>
          </a:prstGeom>
        </p:spPr>
        <p:txBody>
          <a:bodyPr/>
          <a:lstStyle/>
          <a:p>
            <a:pPr marL="609600" marR="0" indent="-609600" defTabSz="914400" eaLnBrk="0" hangingPunct="0">
              <a:lnSpc>
                <a:spcPct val="90000"/>
              </a:lnSpc>
              <a:spcBef>
                <a:spcPct val="20000"/>
              </a:spcBef>
              <a:buClrTx/>
              <a:buSzTx/>
              <a:buFontTx/>
              <a:buNone/>
              <a:defRPr/>
            </a:pPr>
            <a:r>
              <a:rPr kumimoji="0" lang="en-GB" sz="2800" kern="0" cap="none" spc="0" normalizeH="0" baseline="0" noProof="0" dirty="0">
                <a:latin typeface="Comic Sans MS" panose="030F0702030302020204" pitchFamily="66" charset="0"/>
                <a:ea typeface="+mn-ea"/>
                <a:cs typeface="+mn-cs"/>
              </a:rPr>
              <a:t>Purpose of the HASH function is to produce a ”fingerprint</a:t>
            </a:r>
            <a:r>
              <a:rPr kumimoji="0" lang="en-GB" sz="2800" kern="0" cap="none" spc="0" normalizeH="0" baseline="0" noProof="0" dirty="0" smtClean="0">
                <a:latin typeface="Comic Sans MS" panose="030F0702030302020204" pitchFamily="66" charset="0"/>
                <a:ea typeface="+mn-ea"/>
                <a:cs typeface="+mn-cs"/>
              </a:rPr>
              <a:t>.</a:t>
            </a:r>
            <a:endParaRPr kumimoji="0" lang="en-GB" sz="2800" kern="0" cap="none" spc="0" normalizeH="0" baseline="0" noProof="0" dirty="0">
              <a:latin typeface="Comic Sans MS" panose="030F0702030302020204" pitchFamily="66" charset="0"/>
              <a:ea typeface="+mn-ea"/>
              <a:cs typeface="+mn-cs"/>
            </a:endParaRPr>
          </a:p>
          <a:p>
            <a:pPr marL="609600" marR="0" indent="-609600" defTabSz="914400" eaLnBrk="0" hangingPunct="0">
              <a:lnSpc>
                <a:spcPct val="90000"/>
              </a:lnSpc>
              <a:spcBef>
                <a:spcPct val="20000"/>
              </a:spcBef>
              <a:buClrTx/>
              <a:buSzTx/>
              <a:buFontTx/>
              <a:buNone/>
              <a:defRPr/>
            </a:pPr>
            <a:r>
              <a:rPr kumimoji="0" lang="en-GB" sz="2800" kern="0" cap="none" spc="0" normalizeH="0" baseline="0" noProof="0" dirty="0">
                <a:solidFill>
                  <a:srgbClr val="0070C0"/>
                </a:solidFill>
                <a:latin typeface="Comic Sans MS" panose="030F0702030302020204" pitchFamily="66" charset="0"/>
                <a:ea typeface="+mn-ea"/>
                <a:cs typeface="+mn-cs"/>
              </a:rPr>
              <a:t>Properties of a HASH function H :</a:t>
            </a:r>
          </a:p>
          <a:p>
            <a:pPr marL="990600" marR="0" lvl="1" indent="-533400" algn="l" defTabSz="914400" rtl="0" eaLnBrk="0" fontAlgn="base" latinLnBrk="0" hangingPunct="0">
              <a:lnSpc>
                <a:spcPct val="90000"/>
              </a:lnSpc>
              <a:spcBef>
                <a:spcPct val="20000"/>
              </a:spcBef>
              <a:spcAft>
                <a:spcPct val="0"/>
              </a:spcAft>
              <a:buClrTx/>
              <a:buSzTx/>
              <a:buFontTx/>
              <a:buAutoNum type="arabicPeriod"/>
              <a:defRPr/>
            </a:pPr>
            <a:r>
              <a:rPr kumimoji="0" lang="en-GB" sz="2800" b="0" i="0" u="none" strike="noStrike" kern="0" cap="none" spc="0" normalizeH="0" baseline="0" noProof="0" dirty="0">
                <a:ln>
                  <a:noFill/>
                </a:ln>
                <a:solidFill>
                  <a:schemeClr val="tx1"/>
                </a:solidFill>
                <a:effectLst/>
                <a:uLnTx/>
                <a:uFillTx/>
                <a:latin typeface="Comic Sans MS" panose="030F0702030302020204" pitchFamily="66" charset="0"/>
                <a:ea typeface="+mn-ea"/>
                <a:cs typeface="+mn-cs"/>
              </a:rPr>
              <a:t>H can be applied to a block of data of any size</a:t>
            </a:r>
          </a:p>
          <a:p>
            <a:pPr marL="990600" marR="0" lvl="1" indent="-533400" algn="l" defTabSz="914400" rtl="0" eaLnBrk="0" fontAlgn="base" latinLnBrk="0" hangingPunct="0">
              <a:lnSpc>
                <a:spcPct val="90000"/>
              </a:lnSpc>
              <a:spcBef>
                <a:spcPct val="20000"/>
              </a:spcBef>
              <a:spcAft>
                <a:spcPct val="0"/>
              </a:spcAft>
              <a:buClrTx/>
              <a:buSzTx/>
              <a:buFontTx/>
              <a:buAutoNum type="arabicPeriod"/>
              <a:defRPr/>
            </a:pPr>
            <a:r>
              <a:rPr kumimoji="0" lang="en-GB" sz="2800" b="0" i="0" u="none" strike="noStrike" kern="0" cap="none" spc="0" normalizeH="0" baseline="0" noProof="0" dirty="0">
                <a:ln>
                  <a:noFill/>
                </a:ln>
                <a:solidFill>
                  <a:schemeClr val="tx1"/>
                </a:solidFill>
                <a:effectLst/>
                <a:uLnTx/>
                <a:uFillTx/>
                <a:latin typeface="Comic Sans MS" panose="030F0702030302020204" pitchFamily="66" charset="0"/>
                <a:ea typeface="+mn-ea"/>
                <a:cs typeface="+mn-cs"/>
              </a:rPr>
              <a:t>H produces a fixed length output</a:t>
            </a:r>
          </a:p>
          <a:p>
            <a:pPr marL="990600" marR="0" lvl="1" indent="-533400" algn="l" defTabSz="914400" rtl="0" eaLnBrk="0" fontAlgn="base" latinLnBrk="0" hangingPunct="0">
              <a:lnSpc>
                <a:spcPct val="90000"/>
              </a:lnSpc>
              <a:spcBef>
                <a:spcPct val="20000"/>
              </a:spcBef>
              <a:spcAft>
                <a:spcPct val="0"/>
              </a:spcAft>
              <a:buClrTx/>
              <a:buSzTx/>
              <a:buFontTx/>
              <a:buAutoNum type="arabicPeriod"/>
              <a:defRPr/>
            </a:pPr>
            <a:r>
              <a:rPr kumimoji="0" lang="en-GB" sz="2800" b="0" i="0" u="none" strike="noStrike" kern="0" cap="none" spc="0" normalizeH="0" baseline="0" noProof="0" dirty="0">
                <a:ln>
                  <a:noFill/>
                </a:ln>
                <a:solidFill>
                  <a:schemeClr val="tx1"/>
                </a:solidFill>
                <a:effectLst/>
                <a:uLnTx/>
                <a:uFillTx/>
                <a:latin typeface="Comic Sans MS" panose="030F0702030302020204" pitchFamily="66" charset="0"/>
                <a:ea typeface="+mn-ea"/>
                <a:cs typeface="+mn-cs"/>
              </a:rPr>
              <a:t>H(x) is easy to compute for any given x.</a:t>
            </a:r>
          </a:p>
          <a:p>
            <a:pPr marL="990600" marR="0" lvl="1" indent="-533400" algn="l" defTabSz="914400" rtl="0" eaLnBrk="0" fontAlgn="base" latinLnBrk="0" hangingPunct="0">
              <a:lnSpc>
                <a:spcPct val="90000"/>
              </a:lnSpc>
              <a:spcBef>
                <a:spcPct val="20000"/>
              </a:spcBef>
              <a:spcAft>
                <a:spcPct val="0"/>
              </a:spcAft>
              <a:buClrTx/>
              <a:buSzTx/>
              <a:buFontTx/>
              <a:buAutoNum type="arabicPeriod"/>
              <a:defRPr/>
            </a:pPr>
            <a:r>
              <a:rPr kumimoji="0" lang="en-GB" sz="2800" b="0" i="0" u="none" strike="noStrike" kern="0" cap="none" spc="0" normalizeH="0" baseline="0" noProof="0" dirty="0">
                <a:ln>
                  <a:noFill/>
                </a:ln>
                <a:solidFill>
                  <a:schemeClr val="tx1"/>
                </a:solidFill>
                <a:effectLst/>
                <a:uLnTx/>
                <a:uFillTx/>
                <a:latin typeface="Comic Sans MS" panose="030F0702030302020204" pitchFamily="66" charset="0"/>
                <a:ea typeface="+mn-ea"/>
                <a:cs typeface="+mn-cs"/>
              </a:rPr>
              <a:t>For any given code h, it is computationally infeasible to find x such that H(x) = </a:t>
            </a:r>
            <a:r>
              <a:rPr kumimoji="0" lang="en-GB" sz="2800" b="0" i="0" u="none" strike="noStrike" kern="0" cap="none" spc="0" normalizeH="0" baseline="0" noProof="0" dirty="0" smtClean="0">
                <a:ln>
                  <a:noFill/>
                </a:ln>
                <a:solidFill>
                  <a:schemeClr val="tx1"/>
                </a:solidFill>
                <a:effectLst/>
                <a:uLnTx/>
                <a:uFillTx/>
                <a:latin typeface="Comic Sans MS" panose="030F0702030302020204" pitchFamily="66" charset="0"/>
                <a:ea typeface="+mn-ea"/>
                <a:cs typeface="+mn-cs"/>
              </a:rPr>
              <a:t>h. One way hash function </a:t>
            </a:r>
            <a:endParaRPr kumimoji="0" lang="en-GB" sz="2800" b="0" i="0" u="none" strike="noStrike" kern="0" cap="none" spc="0" normalizeH="0" baseline="0" noProof="0" dirty="0">
              <a:ln>
                <a:noFill/>
              </a:ln>
              <a:solidFill>
                <a:schemeClr val="tx1"/>
              </a:solidFill>
              <a:effectLst/>
              <a:uLnTx/>
              <a:uFillTx/>
              <a:latin typeface="Comic Sans MS" panose="030F0702030302020204" pitchFamily="66" charset="0"/>
              <a:ea typeface="+mn-ea"/>
              <a:cs typeface="+mn-cs"/>
            </a:endParaRPr>
          </a:p>
          <a:p>
            <a:pPr marL="990600" marR="0" lvl="1" indent="-533400" algn="l" defTabSz="914400" rtl="0" eaLnBrk="0" fontAlgn="base" latinLnBrk="0" hangingPunct="0">
              <a:lnSpc>
                <a:spcPct val="90000"/>
              </a:lnSpc>
              <a:spcBef>
                <a:spcPct val="20000"/>
              </a:spcBef>
              <a:spcAft>
                <a:spcPct val="0"/>
              </a:spcAft>
              <a:buClrTx/>
              <a:buSzTx/>
              <a:buFontTx/>
              <a:buAutoNum type="arabicPeriod"/>
              <a:defRPr/>
            </a:pPr>
            <a:r>
              <a:rPr kumimoji="0" lang="en-GB" sz="2800" b="0" i="0" u="none" strike="noStrike" kern="0" cap="none" spc="0" normalizeH="0" baseline="0" noProof="0" dirty="0">
                <a:ln>
                  <a:noFill/>
                </a:ln>
                <a:solidFill>
                  <a:schemeClr val="tx1"/>
                </a:solidFill>
                <a:effectLst/>
                <a:uLnTx/>
                <a:uFillTx/>
                <a:latin typeface="Comic Sans MS" panose="030F0702030302020204" pitchFamily="66" charset="0"/>
                <a:ea typeface="+mn-ea"/>
                <a:cs typeface="+mn-cs"/>
              </a:rPr>
              <a:t>For any given block x, it is computationally infeasible to find           with H(y) = H(x</a:t>
            </a:r>
            <a:r>
              <a:rPr kumimoji="0" lang="en-GB" sz="2800" b="0" i="0" u="none" strike="noStrike" kern="0" cap="none" spc="0" normalizeH="0" baseline="0" noProof="0" dirty="0" smtClean="0">
                <a:ln>
                  <a:noFill/>
                </a:ln>
                <a:solidFill>
                  <a:schemeClr val="tx1"/>
                </a:solidFill>
                <a:effectLst/>
                <a:uLnTx/>
                <a:uFillTx/>
                <a:latin typeface="Comic Sans MS" panose="030F0702030302020204" pitchFamily="66" charset="0"/>
                <a:ea typeface="+mn-ea"/>
                <a:cs typeface="+mn-cs"/>
              </a:rPr>
              <a:t>). This is strong collision resistance </a:t>
            </a:r>
            <a:endParaRPr kumimoji="0" lang="en-GB" sz="2800" b="0" i="0" u="none" strike="noStrike" kern="0" cap="none" spc="0" normalizeH="0" baseline="0" noProof="0" dirty="0">
              <a:ln>
                <a:noFill/>
              </a:ln>
              <a:solidFill>
                <a:schemeClr val="tx1"/>
              </a:solidFill>
              <a:effectLst/>
              <a:uLnTx/>
              <a:uFillTx/>
              <a:latin typeface="Comic Sans MS" panose="030F0702030302020204" pitchFamily="66" charset="0"/>
              <a:ea typeface="+mn-ea"/>
              <a:cs typeface="+mn-cs"/>
            </a:endParaRPr>
          </a:p>
          <a:p>
            <a:pPr marL="990600" marR="0" lvl="1" indent="-533400" algn="l" defTabSz="914400" rtl="0" eaLnBrk="0" fontAlgn="base" latinLnBrk="0" hangingPunct="0">
              <a:lnSpc>
                <a:spcPct val="90000"/>
              </a:lnSpc>
              <a:spcBef>
                <a:spcPct val="20000"/>
              </a:spcBef>
              <a:spcAft>
                <a:spcPct val="0"/>
              </a:spcAft>
              <a:buClrTx/>
              <a:buSzTx/>
              <a:buFontTx/>
              <a:buAutoNum type="arabicPeriod"/>
              <a:defRPr/>
            </a:pPr>
            <a:r>
              <a:rPr kumimoji="0" lang="en-GB" sz="2800" b="0" i="0" u="none" strike="noStrike" kern="0" cap="none" spc="0" normalizeH="0" baseline="0" noProof="0" dirty="0">
                <a:ln>
                  <a:noFill/>
                </a:ln>
                <a:solidFill>
                  <a:schemeClr val="tx1"/>
                </a:solidFill>
                <a:effectLst/>
                <a:uLnTx/>
                <a:uFillTx/>
                <a:latin typeface="Comic Sans MS" panose="030F0702030302020204" pitchFamily="66" charset="0"/>
                <a:ea typeface="+mn-ea"/>
                <a:cs typeface="+mn-cs"/>
              </a:rPr>
              <a:t>It is computationally infeasible to find any pair (x, y) such that H(x) = H(y</a:t>
            </a:r>
            <a:r>
              <a:rPr kumimoji="0" lang="en-GB" sz="2800" b="0" i="0" u="none" strike="noStrike" kern="0" cap="none" spc="0" normalizeH="0" baseline="0" noProof="0" dirty="0" smtClean="0">
                <a:ln>
                  <a:noFill/>
                </a:ln>
                <a:solidFill>
                  <a:schemeClr val="tx1"/>
                </a:solidFill>
                <a:effectLst/>
                <a:uLnTx/>
                <a:uFillTx/>
                <a:latin typeface="Comic Sans MS" panose="030F0702030302020204" pitchFamily="66" charset="0"/>
                <a:ea typeface="+mn-ea"/>
                <a:cs typeface="+mn-cs"/>
              </a:rPr>
              <a:t>). This is weak collision resistance </a:t>
            </a:r>
            <a:endParaRPr kumimoji="0" lang="en-GB" sz="2800" b="0" i="0" u="none" strike="noStrike" kern="0" cap="none" spc="0" normalizeH="0" baseline="0" noProof="0" dirty="0">
              <a:ln>
                <a:noFill/>
              </a:ln>
              <a:solidFill>
                <a:schemeClr val="tx1"/>
              </a:solidFill>
              <a:effectLst/>
              <a:uLnTx/>
              <a:uFillTx/>
              <a:latin typeface="Comic Sans MS" panose="030F0702030302020204" pitchFamily="66" charset="0"/>
              <a:ea typeface="+mn-ea"/>
              <a:cs typeface="+mn-cs"/>
            </a:endParaRPr>
          </a:p>
          <a:p>
            <a:pPr marL="990600" marR="0" lvl="1" indent="-533400" algn="l" defTabSz="914400" rtl="0" eaLnBrk="0" fontAlgn="base" latinLnBrk="0" hangingPunct="0">
              <a:lnSpc>
                <a:spcPct val="90000"/>
              </a:lnSpc>
              <a:spcBef>
                <a:spcPct val="20000"/>
              </a:spcBef>
              <a:spcAft>
                <a:spcPct val="0"/>
              </a:spcAft>
              <a:buClrTx/>
              <a:buSzTx/>
              <a:buFontTx/>
              <a:buNone/>
              <a:defRPr/>
            </a:pPr>
            <a:endParaRPr kumimoji="0" lang="en-GB" sz="2800" b="0" i="0" u="none" strike="noStrike" kern="0" cap="none" spc="0" normalizeH="0" baseline="0" noProof="0" dirty="0">
              <a:ln>
                <a:noFill/>
              </a:ln>
              <a:solidFill>
                <a:schemeClr val="tx1"/>
              </a:solidFill>
              <a:effectLst/>
              <a:uLnTx/>
              <a:uFillTx/>
              <a:latin typeface="Comic Sans MS" panose="030F0702030302020204" pitchFamily="66" charset="0"/>
              <a:ea typeface="+mn-ea"/>
              <a:cs typeface="+mn-cs"/>
            </a:endParaRPr>
          </a:p>
        </p:txBody>
      </p:sp>
      <p:graphicFrame>
        <p:nvGraphicFramePr>
          <p:cNvPr id="3074" name="Object 1024"/>
          <p:cNvGraphicFramePr/>
          <p:nvPr>
            <p:extLst/>
          </p:nvPr>
        </p:nvGraphicFramePr>
        <p:xfrm>
          <a:off x="4038600" y="4876800"/>
          <a:ext cx="838200" cy="406400"/>
        </p:xfrm>
        <a:graphic>
          <a:graphicData uri="http://schemas.openxmlformats.org/presentationml/2006/ole">
            <mc:AlternateContent xmlns:mc="http://schemas.openxmlformats.org/markup-compatibility/2006">
              <mc:Choice xmlns:v="urn:schemas-microsoft-com:vml" Requires="v">
                <p:oleObj spid="_x0000_s6154" r:id="rId3" imgW="367665" imgH="177800" progId="Equation.3">
                  <p:embed/>
                </p:oleObj>
              </mc:Choice>
              <mc:Fallback>
                <p:oleObj r:id="rId3" imgW="367665" imgH="177800" progId="Equation.3">
                  <p:embed/>
                  <p:pic>
                    <p:nvPicPr>
                      <p:cNvPr id="3074" name="Object 1024"/>
                      <p:cNvPicPr/>
                      <p:nvPr/>
                    </p:nvPicPr>
                    <p:blipFill>
                      <a:blip r:embed="rId4"/>
                      <a:stretch>
                        <a:fillRect/>
                      </a:stretch>
                    </p:blipFill>
                    <p:spPr>
                      <a:xfrm>
                        <a:off x="4038600" y="4876800"/>
                        <a:ext cx="838200" cy="406400"/>
                      </a:xfrm>
                      <a:prstGeom prst="rect">
                        <a:avLst/>
                      </a:prstGeom>
                      <a:noFill/>
                      <a:ln w="38100">
                        <a:noFill/>
                        <a:miter/>
                      </a:ln>
                    </p:spPr>
                  </p:pic>
                </p:oleObj>
              </mc:Fallback>
            </mc:AlternateContent>
          </a:graphicData>
        </a:graphic>
      </p:graphicFrame>
    </p:spTree>
    <p:extLst>
      <p:ext uri="{BB962C8B-B14F-4D97-AF65-F5344CB8AC3E}">
        <p14:creationId xmlns:p14="http://schemas.microsoft.com/office/powerpoint/2010/main" val="11135570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609600" y="685800"/>
            <a:ext cx="7772400" cy="1143000"/>
          </a:xfrm>
          <a:prstGeom prst="rect">
            <a:avLst/>
          </a:prstGeom>
        </p:spPr>
        <p:txBody>
          <a:bodyPr/>
          <a:lstStyle/>
          <a:p>
            <a:pPr marR="0" algn="ctr" defTabSz="914400" eaLnBrk="0" hangingPunct="0">
              <a:buClrTx/>
              <a:buSzTx/>
              <a:buFontTx/>
              <a:buNone/>
              <a:defRPr/>
            </a:pPr>
            <a:r>
              <a:rPr kumimoji="0" lang="sv-SE" sz="4400" kern="0" cap="none" spc="0" normalizeH="0" baseline="0" noProof="0" dirty="0">
                <a:solidFill>
                  <a:schemeClr val="tx2"/>
                </a:solidFill>
                <a:latin typeface="Comic Sans MS" panose="030F0702030302020204" pitchFamily="66" charset="0"/>
                <a:ea typeface="+mj-ea"/>
                <a:cs typeface="+mj-cs"/>
              </a:rPr>
              <a:t>Simple Hash Function</a:t>
            </a:r>
            <a:endParaRPr kumimoji="0" lang="en-GB" sz="4400" kern="0" cap="none" spc="0" normalizeH="0" baseline="0" noProof="0" dirty="0">
              <a:solidFill>
                <a:schemeClr val="tx2"/>
              </a:solidFill>
              <a:latin typeface="Comic Sans MS" panose="030F0702030302020204" pitchFamily="66" charset="0"/>
              <a:ea typeface="+mj-ea"/>
              <a:cs typeface="+mj-cs"/>
            </a:endParaRPr>
          </a:p>
        </p:txBody>
      </p:sp>
      <p:pic>
        <p:nvPicPr>
          <p:cNvPr id="84995" name="Picture 4" descr="&#10;Picture 13                                                     00000002_x0007_JAC-HG4                        ABA78158:"/>
          <p:cNvPicPr>
            <a:picLocks noChangeAspect="1"/>
          </p:cNvPicPr>
          <p:nvPr/>
        </p:nvPicPr>
        <p:blipFill>
          <a:blip r:embed="rId2"/>
          <a:stretch>
            <a:fillRect/>
          </a:stretch>
        </p:blipFill>
        <p:spPr>
          <a:xfrm>
            <a:off x="1828800" y="1295400"/>
            <a:ext cx="7162800" cy="4387850"/>
          </a:xfrm>
          <a:prstGeom prst="rect">
            <a:avLst/>
          </a:prstGeom>
          <a:noFill/>
          <a:ln w="9525">
            <a:noFill/>
          </a:ln>
        </p:spPr>
      </p:pic>
      <p:sp>
        <p:nvSpPr>
          <p:cNvPr id="84996" name="Rounded Rectangular Callout 4"/>
          <p:cNvSpPr/>
          <p:nvPr/>
        </p:nvSpPr>
        <p:spPr>
          <a:xfrm>
            <a:off x="0" y="5029200"/>
            <a:ext cx="2819400" cy="838200"/>
          </a:xfrm>
          <a:prstGeom prst="wedgeRoundRectCallout">
            <a:avLst>
              <a:gd name="adj1" fmla="val 79704"/>
              <a:gd name="adj2" fmla="val -108000"/>
              <a:gd name="adj3" fmla="val 16667"/>
            </a:avLst>
          </a:prstGeom>
          <a:noFill/>
          <a:ln w="9525" cap="flat" cmpd="sng">
            <a:solidFill>
              <a:schemeClr val="tx1"/>
            </a:solidFill>
            <a:prstDash val="solid"/>
            <a:round/>
            <a:headEnd type="none" w="med" len="med"/>
            <a:tailEnd type="none" w="med" len="med"/>
          </a:ln>
        </p:spPr>
        <p:txBody>
          <a:bodyPr/>
          <a:lstStyle/>
          <a:p>
            <a:r>
              <a:rPr lang="en-US" altLang="x-none" sz="1800" baseline="0" dirty="0">
                <a:latin typeface="Times New Roman" panose="02020603050405020304" pitchFamily="18" charset="0"/>
              </a:rPr>
              <a:t>b</a:t>
            </a:r>
            <a:r>
              <a:rPr lang="en-US" altLang="x-none" sz="1800" baseline="-25000" dirty="0">
                <a:latin typeface="Times New Roman" panose="02020603050405020304" pitchFamily="18" charset="0"/>
              </a:rPr>
              <a:t>11</a:t>
            </a:r>
            <a:r>
              <a:rPr lang="en-US" altLang="x-none" sz="1800" baseline="0" dirty="0">
                <a:latin typeface="Times New Roman" panose="02020603050405020304" pitchFamily="18" charset="0"/>
              </a:rPr>
              <a:t> xor b</a:t>
            </a:r>
            <a:r>
              <a:rPr lang="en-US" altLang="x-none" sz="1800" baseline="-25000" dirty="0">
                <a:latin typeface="Times New Roman" panose="02020603050405020304" pitchFamily="18" charset="0"/>
              </a:rPr>
              <a:t>12</a:t>
            </a:r>
            <a:r>
              <a:rPr lang="en-US" altLang="x-none" sz="1800" baseline="0" dirty="0">
                <a:latin typeface="Times New Roman" panose="02020603050405020304" pitchFamily="18" charset="0"/>
              </a:rPr>
              <a:t> xor …..xor b</a:t>
            </a:r>
            <a:r>
              <a:rPr lang="en-US" altLang="x-none" sz="1800" baseline="-25000" dirty="0">
                <a:latin typeface="Times New Roman" panose="02020603050405020304" pitchFamily="18" charset="0"/>
              </a:rPr>
              <a:t>1m</a:t>
            </a:r>
          </a:p>
        </p:txBody>
      </p:sp>
    </p:spTree>
    <p:extLst>
      <p:ext uri="{BB962C8B-B14F-4D97-AF65-F5344CB8AC3E}">
        <p14:creationId xmlns:p14="http://schemas.microsoft.com/office/powerpoint/2010/main" val="40582258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p:nvPr/>
        </p:nvSpPr>
        <p:spPr>
          <a:xfrm>
            <a:off x="304800" y="304800"/>
            <a:ext cx="8382000" cy="533400"/>
          </a:xfrm>
          <a:prstGeom prst="rect">
            <a:avLst/>
          </a:prstGeom>
        </p:spPr>
        <p:txBody>
          <a:bodyPr/>
          <a:lstStyle/>
          <a:p>
            <a:pPr marL="342900" marR="0" indent="-342900" algn="ctr" defTabSz="914400" eaLnBrk="0" hangingPunct="0">
              <a:spcBef>
                <a:spcPct val="20000"/>
              </a:spcBef>
              <a:buClrTx/>
              <a:buSzTx/>
              <a:buFontTx/>
              <a:buChar char="•"/>
              <a:defRPr/>
            </a:pPr>
            <a:r>
              <a:rPr kumimoji="0" lang="en-AU" sz="4400" b="1" kern="0" cap="none" spc="0" normalizeH="0" baseline="0" noProof="0" dirty="0">
                <a:solidFill>
                  <a:schemeClr val="tx2"/>
                </a:solidFill>
                <a:effectLst>
                  <a:outerShdw blurRad="38100" dist="38100" dir="2700000" algn="tl">
                    <a:srgbClr val="C0C0C0"/>
                  </a:outerShdw>
                </a:effectLst>
                <a:latin typeface="Comic Sans MS" panose="030F0702030302020204" pitchFamily="66" charset="0"/>
                <a:ea typeface="+mn-ea"/>
                <a:cs typeface="+mn-cs"/>
              </a:rPr>
              <a:t>SHA-1</a:t>
            </a:r>
          </a:p>
          <a:p>
            <a:pPr marL="342900" marR="0" indent="-342900" defTabSz="914400" eaLnBrk="0" hangingPunct="0">
              <a:spcBef>
                <a:spcPct val="20000"/>
              </a:spcBef>
              <a:buClrTx/>
              <a:buSzTx/>
              <a:buFontTx/>
              <a:buChar char="•"/>
              <a:defRPr/>
            </a:pPr>
            <a:endParaRPr kumimoji="0" lang="en-AU" sz="3200" b="1" kern="0" cap="none" spc="0" normalizeH="0" baseline="0" noProof="0" dirty="0">
              <a:solidFill>
                <a:schemeClr val="tx2"/>
              </a:solidFill>
              <a:effectLst>
                <a:outerShdw blurRad="38100" dist="38100" dir="2700000" algn="tl">
                  <a:srgbClr val="C0C0C0"/>
                </a:outerShdw>
              </a:effectLst>
              <a:latin typeface="Comic Sans MS" panose="030F0702030302020204" pitchFamily="66" charset="0"/>
              <a:ea typeface="+mn-ea"/>
              <a:cs typeface="+mn-cs"/>
            </a:endParaRPr>
          </a:p>
          <a:p>
            <a:pPr marL="342900" marR="0" indent="-342900" defTabSz="914400" eaLnBrk="0" hangingPunct="0">
              <a:spcBef>
                <a:spcPct val="20000"/>
              </a:spcBef>
              <a:buClrTx/>
              <a:buSzTx/>
              <a:buFontTx/>
              <a:buChar char="•"/>
              <a:defRPr/>
            </a:pPr>
            <a:endParaRPr kumimoji="0" lang="en-US" sz="3200" kern="0" cap="none" spc="0" normalizeH="0" baseline="0" noProof="0" dirty="0">
              <a:latin typeface="Comic Sans MS" panose="030F0702030302020204" pitchFamily="66" charset="0"/>
              <a:ea typeface="+mn-ea"/>
              <a:cs typeface="+mn-cs"/>
            </a:endParaRPr>
          </a:p>
        </p:txBody>
      </p:sp>
      <p:sp>
        <p:nvSpPr>
          <p:cNvPr id="86019" name="Slide Number Placeholder 4"/>
          <p:cNvSpPr txBox="1"/>
          <p:nvPr/>
        </p:nvSpPr>
        <p:spPr>
          <a:xfrm>
            <a:off x="6553200" y="6248400"/>
            <a:ext cx="1905000" cy="457200"/>
          </a:xfrm>
          <a:prstGeom prst="rect">
            <a:avLst/>
          </a:prstGeom>
          <a:noFill/>
          <a:ln w="9525">
            <a:noFill/>
          </a:ln>
        </p:spPr>
        <p:txBody>
          <a:bodyPr/>
          <a:lstStyle/>
          <a:p>
            <a:pPr algn="r"/>
            <a:fld id="{9A0DB2DC-4C9A-4742-B13C-FB6460FD3503}" type="slidenum">
              <a:rPr lang="en-GB" sz="3200" baseline="0" dirty="0">
                <a:latin typeface="Comic Sans MS" panose="030F0702030302020204" pitchFamily="66" charset="0"/>
              </a:rPr>
              <a:t>22</a:t>
            </a:fld>
            <a:endParaRPr lang="en-GB" sz="3200" baseline="0" dirty="0">
              <a:latin typeface="Comic Sans MS" panose="030F0702030302020204" pitchFamily="66" charset="0"/>
            </a:endParaRPr>
          </a:p>
        </p:txBody>
      </p:sp>
      <p:sp>
        <p:nvSpPr>
          <p:cNvPr id="6" name="Rectangle 3"/>
          <p:cNvSpPr txBox="1">
            <a:spLocks noChangeArrowheads="1"/>
          </p:cNvSpPr>
          <p:nvPr/>
        </p:nvSpPr>
        <p:spPr bwMode="auto">
          <a:xfrm>
            <a:off x="228600" y="1143000"/>
            <a:ext cx="8458200" cy="5305425"/>
          </a:xfrm>
          <a:prstGeom prst="rect">
            <a:avLst/>
          </a:prstGeom>
          <a:noFill/>
          <a:ln w="9525">
            <a:noFill/>
            <a:miter lim="800000"/>
          </a:ln>
        </p:spPr>
        <p:txBody>
          <a:bodyPr/>
          <a:lstStyle/>
          <a:p>
            <a:pPr marL="533400" marR="0" indent="-533400" defTabSz="914400">
              <a:buClrTx/>
              <a:buSzTx/>
              <a:buFont typeface="Wingdings" panose="05000000000000000000" pitchFamily="2" charset="2"/>
              <a:buChar char="ü"/>
              <a:defRPr/>
            </a:pPr>
            <a:r>
              <a:rPr kumimoji="0" lang="en-AU" sz="3200" kern="0" cap="none" spc="0" normalizeH="0" baseline="30000" noProof="0" dirty="0">
                <a:latin typeface="Comic Sans MS" panose="030F0702030302020204" pitchFamily="66" charset="0"/>
                <a:ea typeface="+mn-ea"/>
                <a:cs typeface="+mn-cs"/>
              </a:rPr>
              <a:t>The algorithm takes as input a message with a maximum length of less than </a:t>
            </a:r>
            <a:r>
              <a:rPr kumimoji="0" lang="en-AU" sz="3200" kern="0" cap="none" spc="0" normalizeH="0" baseline="30000" noProof="0" dirty="0">
                <a:solidFill>
                  <a:srgbClr val="FF0000"/>
                </a:solidFill>
                <a:latin typeface="Comic Sans MS" panose="030F0702030302020204" pitchFamily="66" charset="0"/>
                <a:ea typeface="+mn-ea"/>
                <a:cs typeface="+mn-cs"/>
              </a:rPr>
              <a:t>2^64</a:t>
            </a:r>
            <a:r>
              <a:rPr kumimoji="0" lang="en-AU" sz="3200" kern="0" cap="none" spc="0" normalizeH="0" baseline="30000" noProof="0" dirty="0">
                <a:latin typeface="Comic Sans MS" panose="030F0702030302020204" pitchFamily="66" charset="0"/>
                <a:ea typeface="+mn-ea"/>
                <a:cs typeface="+mn-cs"/>
              </a:rPr>
              <a:t> bits and produces as output a </a:t>
            </a:r>
            <a:r>
              <a:rPr kumimoji="0" lang="en-AU" sz="3200" kern="0" cap="none" spc="0" normalizeH="0" baseline="30000" noProof="0" dirty="0">
                <a:solidFill>
                  <a:srgbClr val="FF0000"/>
                </a:solidFill>
                <a:latin typeface="Comic Sans MS" panose="030F0702030302020204" pitchFamily="66" charset="0"/>
                <a:ea typeface="+mn-ea"/>
                <a:cs typeface="+mn-cs"/>
              </a:rPr>
              <a:t>160-</a:t>
            </a:r>
            <a:r>
              <a:rPr kumimoji="0" lang="en-AU" sz="3200" kern="0" cap="none" spc="0" normalizeH="0" baseline="30000" noProof="0" dirty="0">
                <a:latin typeface="Comic Sans MS" panose="030F0702030302020204" pitchFamily="66" charset="0"/>
                <a:ea typeface="+mn-ea"/>
                <a:cs typeface="+mn-cs"/>
              </a:rPr>
              <a:t>bit message digest.</a:t>
            </a:r>
          </a:p>
          <a:p>
            <a:pPr marL="533400" marR="0" indent="-533400" defTabSz="914400">
              <a:buClrTx/>
              <a:buSzTx/>
              <a:buFont typeface="Wingdings" panose="05000000000000000000" pitchFamily="2" charset="2"/>
              <a:buChar char="ü"/>
              <a:defRPr/>
            </a:pPr>
            <a:r>
              <a:rPr kumimoji="0" lang="en-AU" sz="3200" kern="0" cap="none" spc="0" normalizeH="0" baseline="30000" noProof="0" dirty="0">
                <a:latin typeface="Comic Sans MS" panose="030F0702030302020204" pitchFamily="66" charset="0"/>
                <a:ea typeface="+mn-ea"/>
                <a:cs typeface="+mn-cs"/>
              </a:rPr>
              <a:t>The input is processed in </a:t>
            </a:r>
            <a:r>
              <a:rPr kumimoji="0" lang="en-AU" sz="3200" kern="0" cap="none" spc="0" normalizeH="0" baseline="30000" noProof="0" dirty="0">
                <a:solidFill>
                  <a:srgbClr val="FF0000"/>
                </a:solidFill>
                <a:latin typeface="Comic Sans MS" panose="030F0702030302020204" pitchFamily="66" charset="0"/>
                <a:ea typeface="+mn-ea"/>
                <a:cs typeface="+mn-cs"/>
              </a:rPr>
              <a:t>512</a:t>
            </a:r>
            <a:r>
              <a:rPr kumimoji="0" lang="en-AU" sz="3200" kern="0" cap="none" spc="0" normalizeH="0" baseline="30000" noProof="0" dirty="0">
                <a:latin typeface="Comic Sans MS" panose="030F0702030302020204" pitchFamily="66" charset="0"/>
                <a:ea typeface="+mn-ea"/>
                <a:cs typeface="+mn-cs"/>
              </a:rPr>
              <a:t>-bit blocks.</a:t>
            </a:r>
          </a:p>
          <a:p>
            <a:pPr marL="533400" marR="0" indent="-533400" defTabSz="914400">
              <a:buClrTx/>
              <a:buSzTx/>
              <a:buFontTx/>
              <a:buNone/>
              <a:defRPr/>
            </a:pPr>
            <a:endParaRPr kumimoji="0" lang="en-AU" sz="3200" kern="0" cap="none" spc="0" normalizeH="0" baseline="30000" noProof="0" dirty="0">
              <a:latin typeface="Comic Sans MS" panose="030F0702030302020204" pitchFamily="66" charset="0"/>
              <a:ea typeface="+mn-ea"/>
              <a:cs typeface="+mn-cs"/>
            </a:endParaRPr>
          </a:p>
        </p:txBody>
      </p:sp>
      <p:sp>
        <p:nvSpPr>
          <p:cNvPr id="10" name="Rectangle 2"/>
          <p:cNvSpPr txBox="1">
            <a:spLocks noChangeArrowheads="1"/>
          </p:cNvSpPr>
          <p:nvPr/>
        </p:nvSpPr>
        <p:spPr bwMode="auto">
          <a:xfrm>
            <a:off x="533400" y="2590800"/>
            <a:ext cx="1371600" cy="533400"/>
          </a:xfrm>
          <a:prstGeom prst="rect">
            <a:avLst/>
          </a:prstGeom>
          <a:noFill/>
          <a:ln w="9525">
            <a:noFill/>
            <a:miter lim="800000"/>
          </a:ln>
          <a:effectLst/>
        </p:spPr>
        <p:txBody>
          <a:bodyPr anchor="ctr"/>
          <a:lstStyle/>
          <a:p>
            <a:pPr marR="0" defTabSz="914400">
              <a:buClrTx/>
              <a:buSzTx/>
              <a:buFontTx/>
              <a:buNone/>
              <a:defRPr/>
            </a:pPr>
            <a:r>
              <a:rPr kumimoji="0" lang="en-AU" sz="4400" b="1" u="sng" kern="0" cap="none" spc="0" normalizeH="0" baseline="30000" noProof="0" dirty="0">
                <a:solidFill>
                  <a:schemeClr val="tx2"/>
                </a:solidFill>
                <a:effectLst>
                  <a:outerShdw blurRad="38100" dist="38100" dir="2700000" algn="tl">
                    <a:srgbClr val="C0C0C0"/>
                  </a:outerShdw>
                </a:effectLst>
                <a:latin typeface="Comic Sans MS" panose="030F0702030302020204" pitchFamily="66" charset="0"/>
                <a:ea typeface="+mj-ea"/>
                <a:cs typeface="+mj-cs"/>
              </a:rPr>
              <a:t>Steps</a:t>
            </a:r>
          </a:p>
        </p:txBody>
      </p:sp>
      <p:sp>
        <p:nvSpPr>
          <p:cNvPr id="11" name="Rectangle 3"/>
          <p:cNvSpPr txBox="1">
            <a:spLocks noChangeArrowheads="1"/>
          </p:cNvSpPr>
          <p:nvPr/>
        </p:nvSpPr>
        <p:spPr bwMode="auto">
          <a:xfrm>
            <a:off x="381000" y="3048000"/>
            <a:ext cx="8458200" cy="5305425"/>
          </a:xfrm>
          <a:prstGeom prst="rect">
            <a:avLst/>
          </a:prstGeom>
          <a:noFill/>
          <a:ln w="9525">
            <a:noFill/>
            <a:miter lim="800000"/>
          </a:ln>
        </p:spPr>
        <p:txBody>
          <a:bodyPr/>
          <a:lstStyle/>
          <a:p>
            <a:pPr marL="533400" marR="0" indent="-533400" defTabSz="914400">
              <a:buClrTx/>
              <a:buSzTx/>
              <a:buFontTx/>
              <a:buAutoNum type="arabicPeriod"/>
              <a:defRPr/>
            </a:pPr>
            <a:r>
              <a:rPr kumimoji="0" lang="en-AU" sz="3600" kern="0" cap="none" spc="0" normalizeH="0" baseline="30000" noProof="0" dirty="0">
                <a:latin typeface="Comic Sans MS" panose="030F0702030302020204" pitchFamily="66" charset="0"/>
                <a:ea typeface="+mn-ea"/>
                <a:cs typeface="+mn-cs"/>
              </a:rPr>
              <a:t>pad message so its length is 448 mod 512</a:t>
            </a:r>
          </a:p>
          <a:p>
            <a:pPr marL="533400" marR="0" indent="-533400" defTabSz="914400">
              <a:buClrTx/>
              <a:buSzTx/>
              <a:buFontTx/>
              <a:buAutoNum type="arabicPeriod"/>
              <a:defRPr/>
            </a:pPr>
            <a:r>
              <a:rPr kumimoji="0" lang="en-AU" sz="3600" kern="0" cap="none" spc="0" normalizeH="0" baseline="30000" noProof="0" dirty="0">
                <a:latin typeface="Comic Sans MS" panose="030F0702030302020204" pitchFamily="66" charset="0"/>
                <a:ea typeface="+mn-ea"/>
                <a:cs typeface="+mn-cs"/>
              </a:rPr>
              <a:t>append a 64-bit length value to message</a:t>
            </a:r>
          </a:p>
          <a:p>
            <a:pPr marL="533400" marR="0" indent="-533400" defTabSz="914400">
              <a:buClrTx/>
              <a:buSzTx/>
              <a:buFontTx/>
              <a:buAutoNum type="arabicPeriod"/>
              <a:defRPr/>
            </a:pPr>
            <a:r>
              <a:rPr kumimoji="0" lang="en-AU" sz="3600" kern="0" cap="none" spc="0" normalizeH="0" baseline="30000" noProof="0" dirty="0">
                <a:latin typeface="Comic Sans MS" panose="030F0702030302020204" pitchFamily="66" charset="0"/>
                <a:ea typeface="+mn-ea"/>
                <a:cs typeface="+mn-cs"/>
              </a:rPr>
              <a:t>initialise 5-word (160-bit) buffer (A,B,C,D,E) to </a:t>
            </a:r>
          </a:p>
          <a:p>
            <a:pPr marL="914400" marR="0" lvl="1" indent="-457200" algn="l" defTabSz="914400" rtl="0" eaLnBrk="1" fontAlgn="base" latinLnBrk="0" hangingPunct="1">
              <a:lnSpc>
                <a:spcPct val="100000"/>
              </a:lnSpc>
              <a:spcBef>
                <a:spcPct val="0"/>
              </a:spcBef>
              <a:spcAft>
                <a:spcPct val="0"/>
              </a:spcAft>
              <a:buClrTx/>
              <a:buSzTx/>
              <a:buFontTx/>
              <a:buNone/>
              <a:defRPr/>
            </a:pPr>
            <a:r>
              <a:rPr kumimoji="0" lang="en-AU" sz="3600" b="0" i="0" u="none" strike="noStrike" kern="0" cap="none" spc="0" normalizeH="0" baseline="30000" noProof="0" dirty="0">
                <a:ln>
                  <a:noFill/>
                </a:ln>
                <a:solidFill>
                  <a:schemeClr val="tx1"/>
                </a:solidFill>
                <a:effectLst/>
                <a:uLnTx/>
                <a:uFillTx/>
                <a:latin typeface="Comic Sans MS" panose="030F0702030302020204" pitchFamily="66" charset="0"/>
                <a:ea typeface="+mn-ea"/>
                <a:cs typeface="+mn-cs"/>
              </a:rPr>
              <a:t>(67452301,efcdab89,98badcfe,10325476,c3d2e1f0) </a:t>
            </a:r>
          </a:p>
          <a:p>
            <a:pPr marL="533400" marR="0" indent="-533400" defTabSz="914400">
              <a:buClrTx/>
              <a:buSzTx/>
              <a:buFontTx/>
              <a:buAutoNum type="arabicPeriod"/>
              <a:defRPr/>
            </a:pPr>
            <a:r>
              <a:rPr kumimoji="0" lang="en-AU" sz="3600" kern="0" cap="none" spc="0" normalizeH="0" baseline="30000" noProof="0" dirty="0">
                <a:latin typeface="Comic Sans MS" panose="030F0702030302020204" pitchFamily="66" charset="0"/>
                <a:ea typeface="+mn-ea"/>
                <a:cs typeface="+mn-cs"/>
              </a:rPr>
              <a:t>process message in 16-word (512-bit) blocks:</a:t>
            </a:r>
          </a:p>
          <a:p>
            <a:pPr marL="914400" marR="0" lvl="1" indent="-457200" algn="l" defTabSz="914400" rtl="0" eaLnBrk="1" fontAlgn="base" latinLnBrk="0" hangingPunct="1">
              <a:lnSpc>
                <a:spcPct val="100000"/>
              </a:lnSpc>
              <a:spcBef>
                <a:spcPct val="0"/>
              </a:spcBef>
              <a:spcAft>
                <a:spcPct val="0"/>
              </a:spcAft>
              <a:buClrTx/>
              <a:buSzTx/>
              <a:buFontTx/>
              <a:buNone/>
              <a:defRPr/>
            </a:pPr>
            <a:r>
              <a:rPr kumimoji="0" lang="en-AU" sz="3600" b="0" i="0" u="none" strike="noStrike" kern="0" cap="none" spc="0" normalizeH="0" baseline="30000" noProof="0" dirty="0">
                <a:ln>
                  <a:noFill/>
                </a:ln>
                <a:solidFill>
                  <a:schemeClr val="tx1"/>
                </a:solidFill>
                <a:effectLst/>
                <a:uLnTx/>
                <a:uFillTx/>
                <a:latin typeface="Comic Sans MS" panose="030F0702030302020204" pitchFamily="66" charset="0"/>
                <a:ea typeface="+mn-ea"/>
                <a:cs typeface="+mn-cs"/>
              </a:rPr>
              <a:t>expand 16 words into 80 words by mixing &amp; shifting </a:t>
            </a:r>
          </a:p>
          <a:p>
            <a:pPr marL="914400" marR="0" lvl="1" indent="-457200" algn="l" defTabSz="914400" rtl="0" eaLnBrk="1" fontAlgn="base" latinLnBrk="0" hangingPunct="1">
              <a:lnSpc>
                <a:spcPct val="100000"/>
              </a:lnSpc>
              <a:spcBef>
                <a:spcPct val="0"/>
              </a:spcBef>
              <a:spcAft>
                <a:spcPct val="0"/>
              </a:spcAft>
              <a:buClrTx/>
              <a:buSzTx/>
              <a:buFontTx/>
              <a:buNone/>
              <a:defRPr/>
            </a:pPr>
            <a:r>
              <a:rPr kumimoji="0" lang="en-AU" sz="3600" b="0" i="0" u="none" strike="noStrike" kern="0" cap="none" spc="0" normalizeH="0" baseline="30000" noProof="0" dirty="0">
                <a:ln>
                  <a:noFill/>
                </a:ln>
                <a:solidFill>
                  <a:schemeClr val="tx1"/>
                </a:solidFill>
                <a:effectLst/>
                <a:uLnTx/>
                <a:uFillTx/>
                <a:latin typeface="Comic Sans MS" panose="030F0702030302020204" pitchFamily="66" charset="0"/>
                <a:ea typeface="+mn-ea"/>
                <a:cs typeface="+mn-cs"/>
              </a:rPr>
              <a:t>use 4 rounds of 20 bit operations on message block &amp; buffer </a:t>
            </a:r>
          </a:p>
          <a:p>
            <a:pPr marL="914400" marR="0" lvl="1" indent="-457200" algn="l" defTabSz="914400" rtl="0" eaLnBrk="1" fontAlgn="base" latinLnBrk="0" hangingPunct="1">
              <a:lnSpc>
                <a:spcPct val="100000"/>
              </a:lnSpc>
              <a:spcBef>
                <a:spcPct val="0"/>
              </a:spcBef>
              <a:spcAft>
                <a:spcPct val="0"/>
              </a:spcAft>
              <a:buClrTx/>
              <a:buSzTx/>
              <a:buFontTx/>
              <a:buNone/>
              <a:defRPr/>
            </a:pPr>
            <a:r>
              <a:rPr kumimoji="0" lang="en-AU" sz="3600" b="0" i="0" u="none" strike="noStrike" kern="0" cap="none" spc="0" normalizeH="0" baseline="30000" noProof="0" dirty="0">
                <a:ln>
                  <a:noFill/>
                </a:ln>
                <a:solidFill>
                  <a:schemeClr val="tx1"/>
                </a:solidFill>
                <a:effectLst/>
                <a:uLnTx/>
                <a:uFillTx/>
                <a:latin typeface="Comic Sans MS" panose="030F0702030302020204" pitchFamily="66" charset="0"/>
                <a:ea typeface="+mn-ea"/>
                <a:cs typeface="+mn-cs"/>
              </a:rPr>
              <a:t>add output to input to form new buffer value </a:t>
            </a:r>
          </a:p>
          <a:p>
            <a:pPr marL="533400" marR="0" indent="-533400" defTabSz="914400">
              <a:buClrTx/>
              <a:buSzTx/>
              <a:buFontTx/>
              <a:buAutoNum type="arabicPeriod"/>
              <a:defRPr/>
            </a:pPr>
            <a:r>
              <a:rPr kumimoji="0" lang="en-AU" sz="3600" kern="0" cap="none" spc="0" normalizeH="0" baseline="30000" noProof="0" dirty="0">
                <a:latin typeface="Comic Sans MS" panose="030F0702030302020204" pitchFamily="66" charset="0"/>
                <a:ea typeface="+mn-ea"/>
                <a:cs typeface="+mn-cs"/>
              </a:rPr>
              <a:t>output hash value is the final buffer value </a:t>
            </a:r>
          </a:p>
        </p:txBody>
      </p:sp>
    </p:spTree>
    <p:extLst>
      <p:ext uri="{BB962C8B-B14F-4D97-AF65-F5344CB8AC3E}">
        <p14:creationId xmlns:p14="http://schemas.microsoft.com/office/powerpoint/2010/main" val="17680366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7042" name="Picture 4" descr="&#10;Picture 14                                                     00000002_x0007_JAC-HG4                        ABA78158:"/>
          <p:cNvPicPr>
            <a:picLocks noChangeAspect="1"/>
          </p:cNvPicPr>
          <p:nvPr/>
        </p:nvPicPr>
        <p:blipFill>
          <a:blip r:embed="rId2"/>
          <a:stretch>
            <a:fillRect/>
          </a:stretch>
        </p:blipFill>
        <p:spPr>
          <a:xfrm>
            <a:off x="609600" y="1373188"/>
            <a:ext cx="8534400" cy="5484812"/>
          </a:xfrm>
          <a:prstGeom prst="rect">
            <a:avLst/>
          </a:prstGeom>
          <a:noFill/>
          <a:ln w="9525" cap="flat" cmpd="sng">
            <a:solidFill>
              <a:schemeClr val="accent2"/>
            </a:solidFill>
            <a:prstDash val="solid"/>
            <a:miter/>
            <a:headEnd type="none" w="med" len="med"/>
            <a:tailEnd type="none" w="med" len="med"/>
          </a:ln>
        </p:spPr>
      </p:pic>
      <p:sp>
        <p:nvSpPr>
          <p:cNvPr id="87043" name="Slide Number Placeholder 5"/>
          <p:cNvSpPr txBox="1"/>
          <p:nvPr/>
        </p:nvSpPr>
        <p:spPr>
          <a:xfrm>
            <a:off x="6553200" y="6248400"/>
            <a:ext cx="1905000" cy="457200"/>
          </a:xfrm>
          <a:prstGeom prst="rect">
            <a:avLst/>
          </a:prstGeom>
          <a:noFill/>
          <a:ln w="9525">
            <a:noFill/>
          </a:ln>
        </p:spPr>
        <p:txBody>
          <a:bodyPr/>
          <a:lstStyle/>
          <a:p>
            <a:pPr algn="r"/>
            <a:fld id="{9A0DB2DC-4C9A-4742-B13C-FB6460FD3503}" type="slidenum">
              <a:rPr lang="en-GB" sz="1400" baseline="0" dirty="0">
                <a:latin typeface="Times New Roman" panose="02020603050405020304" pitchFamily="18" charset="0"/>
              </a:rPr>
              <a:t>23</a:t>
            </a:fld>
            <a:endParaRPr lang="en-GB" sz="1400" baseline="0" dirty="0">
              <a:latin typeface="Times New Roman" panose="02020603050405020304" pitchFamily="18" charset="0"/>
            </a:endParaRPr>
          </a:p>
        </p:txBody>
      </p:sp>
      <p:sp>
        <p:nvSpPr>
          <p:cNvPr id="6" name="Rectangle 2"/>
          <p:cNvSpPr txBox="1">
            <a:spLocks noChangeArrowheads="1"/>
          </p:cNvSpPr>
          <p:nvPr/>
        </p:nvSpPr>
        <p:spPr>
          <a:xfrm>
            <a:off x="685800" y="0"/>
            <a:ext cx="7772400" cy="1143000"/>
          </a:xfrm>
          <a:prstGeom prst="rect">
            <a:avLst/>
          </a:prstGeom>
        </p:spPr>
        <p:txBody>
          <a:bodyPr/>
          <a:lstStyle/>
          <a:p>
            <a:pPr marR="0" algn="ctr" defTabSz="914400" eaLnBrk="0" hangingPunct="0">
              <a:buClrTx/>
              <a:buSzTx/>
              <a:buFontTx/>
              <a:buNone/>
              <a:defRPr/>
            </a:pPr>
            <a:r>
              <a:rPr kumimoji="0" lang="sv-SE" b="1" kern="0" cap="none" spc="0" normalizeH="0" baseline="0" noProof="0" dirty="0">
                <a:solidFill>
                  <a:schemeClr val="tx2"/>
                </a:solidFill>
                <a:latin typeface="Comic Sans MS" panose="030F0702030302020204" pitchFamily="66" charset="0"/>
                <a:ea typeface="+mj-ea"/>
                <a:cs typeface="+mj-cs"/>
              </a:rPr>
              <a:t>Message Digest Generation Using </a:t>
            </a:r>
          </a:p>
          <a:p>
            <a:pPr marR="0" algn="ctr" defTabSz="914400" eaLnBrk="0" hangingPunct="0">
              <a:buClrTx/>
              <a:buSzTx/>
              <a:buFontTx/>
              <a:buNone/>
              <a:defRPr/>
            </a:pPr>
            <a:r>
              <a:rPr kumimoji="0" lang="sv-SE" b="1" kern="0" cap="none" spc="0" normalizeH="0" baseline="0" noProof="0" dirty="0">
                <a:solidFill>
                  <a:srgbClr val="0000FF"/>
                </a:solidFill>
                <a:latin typeface="Comic Sans MS" panose="030F0702030302020204" pitchFamily="66" charset="0"/>
                <a:ea typeface="+mj-ea"/>
                <a:cs typeface="+mj-cs"/>
              </a:rPr>
              <a:t>Secure Hash Algorithm – 1 (SHA-1)</a:t>
            </a:r>
            <a:endParaRPr kumimoji="0" lang="en-GB" b="1" kern="0" cap="none" spc="0" normalizeH="0" baseline="0" noProof="0" dirty="0">
              <a:solidFill>
                <a:srgbClr val="0000FF"/>
              </a:solidFill>
              <a:latin typeface="Comic Sans MS" panose="030F0702030302020204" pitchFamily="66" charset="0"/>
              <a:ea typeface="+mj-ea"/>
              <a:cs typeface="+mj-cs"/>
            </a:endParaRPr>
          </a:p>
        </p:txBody>
      </p:sp>
      <p:pic>
        <p:nvPicPr>
          <p:cNvPr id="87045" name="Picture 2"/>
          <p:cNvPicPr>
            <a:picLocks noChangeAspect="1"/>
          </p:cNvPicPr>
          <p:nvPr/>
        </p:nvPicPr>
        <p:blipFill>
          <a:blip r:embed="rId3"/>
          <a:srcRect r="59497" b="74445"/>
          <a:stretch>
            <a:fillRect/>
          </a:stretch>
        </p:blipFill>
        <p:spPr>
          <a:xfrm>
            <a:off x="0" y="685800"/>
            <a:ext cx="2362200" cy="1295400"/>
          </a:xfrm>
          <a:prstGeom prst="rect">
            <a:avLst/>
          </a:prstGeom>
          <a:noFill/>
          <a:ln w="9525" cap="flat" cmpd="sng">
            <a:solidFill>
              <a:schemeClr val="accent1"/>
            </a:solidFill>
            <a:prstDash val="solid"/>
            <a:miter/>
            <a:headEnd type="none" w="med" len="med"/>
            <a:tailEnd type="none" w="med" len="med"/>
          </a:ln>
        </p:spPr>
      </p:pic>
      <p:sp>
        <p:nvSpPr>
          <p:cNvPr id="87046" name="Oval 7"/>
          <p:cNvSpPr/>
          <p:nvPr/>
        </p:nvSpPr>
        <p:spPr>
          <a:xfrm>
            <a:off x="0" y="1447800"/>
            <a:ext cx="609600" cy="228600"/>
          </a:xfrm>
          <a:prstGeom prst="ellipse">
            <a:avLst/>
          </a:prstGeom>
          <a:noFill/>
          <a:ln w="9525" cap="flat" cmpd="sng">
            <a:solidFill>
              <a:srgbClr val="FF0000"/>
            </a:solidFill>
            <a:prstDash val="solid"/>
            <a:headEnd type="none" w="med" len="med"/>
            <a:tailEnd type="none" w="med" len="med"/>
          </a:ln>
        </p:spPr>
        <p:txBody>
          <a:bodyPr/>
          <a:lstStyle/>
          <a:p>
            <a:endParaRPr lang="en-US" altLang="x-none" dirty="0">
              <a:latin typeface="Times New Roman" panose="02020603050405020304" pitchFamily="18" charset="0"/>
            </a:endParaRPr>
          </a:p>
        </p:txBody>
      </p:sp>
      <p:cxnSp>
        <p:nvCxnSpPr>
          <p:cNvPr id="87047" name="Straight Arrow Connector 9"/>
          <p:cNvCxnSpPr/>
          <p:nvPr/>
        </p:nvCxnSpPr>
        <p:spPr>
          <a:xfrm rot="-5400000" flipH="1">
            <a:off x="38100" y="2019300"/>
            <a:ext cx="1143000" cy="304800"/>
          </a:xfrm>
          <a:prstGeom prst="straightConnector1">
            <a:avLst/>
          </a:prstGeom>
          <a:ln w="9525" cap="flat" cmpd="sng">
            <a:solidFill>
              <a:schemeClr val="tx1"/>
            </a:solidFill>
            <a:prstDash val="solid"/>
            <a:headEnd type="none" w="med" len="med"/>
            <a:tailEnd type="arrow" w="med" len="med"/>
          </a:ln>
        </p:spPr>
      </p:cxnSp>
    </p:spTree>
    <p:extLst>
      <p:ext uri="{BB962C8B-B14F-4D97-AF65-F5344CB8AC3E}">
        <p14:creationId xmlns:p14="http://schemas.microsoft.com/office/powerpoint/2010/main" val="36455998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685800" y="152400"/>
            <a:ext cx="7772400" cy="1143000"/>
          </a:xfrm>
          <a:prstGeom prst="rect">
            <a:avLst/>
          </a:prstGeom>
        </p:spPr>
        <p:txBody>
          <a:bodyPr/>
          <a:lstStyle/>
          <a:p>
            <a:pPr marR="0" algn="ctr" defTabSz="914400" eaLnBrk="0" hangingPunct="0">
              <a:buClrTx/>
              <a:buSzTx/>
              <a:buFontTx/>
              <a:buNone/>
              <a:defRPr/>
            </a:pPr>
            <a:r>
              <a:rPr kumimoji="0" lang="sv-SE" sz="2800" b="1" kern="0" cap="none" spc="0" normalizeH="0" baseline="0" noProof="0" dirty="0">
                <a:solidFill>
                  <a:schemeClr val="tx2"/>
                </a:solidFill>
                <a:latin typeface="Comic Sans MS" panose="030F0702030302020204" pitchFamily="66" charset="0"/>
                <a:ea typeface="+mj-ea"/>
                <a:cs typeface="+mj-cs"/>
              </a:rPr>
              <a:t>SHA-1 Processing of single 512-Bit Block</a:t>
            </a:r>
            <a:endParaRPr kumimoji="0" lang="en-GB" sz="2800" b="1" kern="0" cap="none" spc="0" normalizeH="0" baseline="0" noProof="0" dirty="0">
              <a:solidFill>
                <a:schemeClr val="tx2"/>
              </a:solidFill>
              <a:latin typeface="Comic Sans MS" panose="030F0702030302020204" pitchFamily="66" charset="0"/>
              <a:ea typeface="+mj-ea"/>
              <a:cs typeface="+mj-cs"/>
            </a:endParaRPr>
          </a:p>
        </p:txBody>
      </p:sp>
      <p:pic>
        <p:nvPicPr>
          <p:cNvPr id="88067" name="Picture 4" descr="&#10;Picture 15                                                     00000002_x0007_JAC-HG4                        ABA78158:"/>
          <p:cNvPicPr>
            <a:picLocks noChangeAspect="1"/>
          </p:cNvPicPr>
          <p:nvPr/>
        </p:nvPicPr>
        <p:blipFill>
          <a:blip r:embed="rId2"/>
          <a:stretch>
            <a:fillRect/>
          </a:stretch>
        </p:blipFill>
        <p:spPr>
          <a:xfrm>
            <a:off x="1676400" y="990600"/>
            <a:ext cx="6019800" cy="5715000"/>
          </a:xfrm>
          <a:prstGeom prst="rect">
            <a:avLst/>
          </a:prstGeom>
          <a:noFill/>
          <a:ln w="9525">
            <a:noFill/>
          </a:ln>
        </p:spPr>
      </p:pic>
    </p:spTree>
    <p:extLst>
      <p:ext uri="{BB962C8B-B14F-4D97-AF65-F5344CB8AC3E}">
        <p14:creationId xmlns:p14="http://schemas.microsoft.com/office/powerpoint/2010/main" val="37413870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9090" name="Picture 2"/>
          <p:cNvPicPr>
            <a:picLocks noChangeAspect="1"/>
          </p:cNvPicPr>
          <p:nvPr/>
        </p:nvPicPr>
        <p:blipFill>
          <a:blip r:embed="rId2"/>
          <a:stretch>
            <a:fillRect/>
          </a:stretch>
        </p:blipFill>
        <p:spPr>
          <a:xfrm>
            <a:off x="261938" y="533400"/>
            <a:ext cx="8620125" cy="5791200"/>
          </a:xfrm>
          <a:prstGeom prst="rect">
            <a:avLst/>
          </a:prstGeom>
          <a:noFill/>
          <a:ln w="9525">
            <a:noFill/>
          </a:ln>
        </p:spPr>
      </p:pic>
    </p:spTree>
    <p:extLst>
      <p:ext uri="{BB962C8B-B14F-4D97-AF65-F5344CB8AC3E}">
        <p14:creationId xmlns:p14="http://schemas.microsoft.com/office/powerpoint/2010/main" val="25182416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Slide Number Placeholder 2"/>
          <p:cNvSpPr txBox="1"/>
          <p:nvPr/>
        </p:nvSpPr>
        <p:spPr>
          <a:xfrm>
            <a:off x="6553200" y="6248400"/>
            <a:ext cx="1905000" cy="457200"/>
          </a:xfrm>
          <a:prstGeom prst="rect">
            <a:avLst/>
          </a:prstGeom>
          <a:noFill/>
          <a:ln w="9525">
            <a:noFill/>
          </a:ln>
        </p:spPr>
        <p:txBody>
          <a:bodyPr/>
          <a:lstStyle/>
          <a:p>
            <a:pPr algn="r"/>
            <a:fld id="{9A0DB2DC-4C9A-4742-B13C-FB6460FD3503}" type="slidenum">
              <a:rPr lang="en-GB" sz="4400" baseline="0" dirty="0">
                <a:latin typeface="Comic Sans MS" panose="030F0702030302020204" pitchFamily="66" charset="0"/>
              </a:rPr>
              <a:t>26</a:t>
            </a:fld>
            <a:endParaRPr lang="en-GB" sz="4400" baseline="0" dirty="0">
              <a:latin typeface="Comic Sans MS" panose="030F0702030302020204" pitchFamily="66" charset="0"/>
            </a:endParaRPr>
          </a:p>
        </p:txBody>
      </p:sp>
      <p:sp>
        <p:nvSpPr>
          <p:cNvPr id="5" name="Rectangle 2"/>
          <p:cNvSpPr txBox="1">
            <a:spLocks noChangeArrowheads="1"/>
          </p:cNvSpPr>
          <p:nvPr/>
        </p:nvSpPr>
        <p:spPr>
          <a:xfrm>
            <a:off x="457200" y="685800"/>
            <a:ext cx="8229600" cy="731838"/>
          </a:xfrm>
          <a:prstGeom prst="rect">
            <a:avLst/>
          </a:prstGeom>
        </p:spPr>
        <p:txBody>
          <a:bodyPr/>
          <a:lstStyle/>
          <a:p>
            <a:pPr marR="0" algn="ctr" defTabSz="914400">
              <a:buClrTx/>
              <a:buSzTx/>
              <a:buFontTx/>
              <a:buNone/>
              <a:defRPr/>
            </a:pPr>
            <a:r>
              <a:rPr kumimoji="0" lang="en-AU" sz="4400" b="1" kern="0" cap="none" spc="0" normalizeH="0" baseline="30000" noProof="0" dirty="0">
                <a:solidFill>
                  <a:schemeClr val="tx2"/>
                </a:solidFill>
                <a:effectLst>
                  <a:outerShdw blurRad="38100" dist="38100" dir="2700000" algn="tl">
                    <a:srgbClr val="C0C0C0"/>
                  </a:outerShdw>
                </a:effectLst>
                <a:latin typeface="Comic Sans MS" panose="030F0702030302020204" pitchFamily="66" charset="0"/>
                <a:ea typeface="+mj-ea"/>
                <a:cs typeface="+mj-cs"/>
              </a:rPr>
              <a:t>SHA-1 Compression Function</a:t>
            </a:r>
          </a:p>
        </p:txBody>
      </p:sp>
      <p:pic>
        <p:nvPicPr>
          <p:cNvPr id="90116" name="Picture 3"/>
          <p:cNvPicPr>
            <a:picLocks noChangeAspect="1"/>
          </p:cNvPicPr>
          <p:nvPr/>
        </p:nvPicPr>
        <p:blipFill>
          <a:blip r:embed="rId2"/>
          <a:stretch>
            <a:fillRect/>
          </a:stretch>
        </p:blipFill>
        <p:spPr>
          <a:xfrm>
            <a:off x="457200" y="1600200"/>
            <a:ext cx="8229600" cy="4525963"/>
          </a:xfrm>
          <a:prstGeom prst="rect">
            <a:avLst/>
          </a:prstGeom>
          <a:noFill/>
          <a:ln w="9525">
            <a:noFill/>
          </a:ln>
        </p:spPr>
      </p:pic>
    </p:spTree>
    <p:extLst>
      <p:ext uri="{BB962C8B-B14F-4D97-AF65-F5344CB8AC3E}">
        <p14:creationId xmlns:p14="http://schemas.microsoft.com/office/powerpoint/2010/main" val="6290226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lide Number Placeholder 2"/>
          <p:cNvSpPr txBox="1"/>
          <p:nvPr/>
        </p:nvSpPr>
        <p:spPr>
          <a:xfrm>
            <a:off x="6553200" y="6248400"/>
            <a:ext cx="1905000" cy="457200"/>
          </a:xfrm>
          <a:prstGeom prst="rect">
            <a:avLst/>
          </a:prstGeom>
          <a:noFill/>
          <a:ln w="9525">
            <a:noFill/>
          </a:ln>
        </p:spPr>
        <p:txBody>
          <a:bodyPr/>
          <a:lstStyle/>
          <a:p>
            <a:pPr algn="r"/>
            <a:fld id="{9A0DB2DC-4C9A-4742-B13C-FB6460FD3503}" type="slidenum">
              <a:rPr lang="en-GB" sz="3600" baseline="0" dirty="0">
                <a:latin typeface="Comic Sans MS" panose="030F0702030302020204" pitchFamily="66" charset="0"/>
              </a:rPr>
              <a:t>27</a:t>
            </a:fld>
            <a:endParaRPr lang="en-GB" sz="3600" baseline="0" dirty="0">
              <a:latin typeface="Comic Sans MS" panose="030F0702030302020204" pitchFamily="66" charset="0"/>
            </a:endParaRPr>
          </a:p>
        </p:txBody>
      </p:sp>
      <p:sp>
        <p:nvSpPr>
          <p:cNvPr id="5" name="Rectangle 2"/>
          <p:cNvSpPr txBox="1">
            <a:spLocks noChangeArrowheads="1"/>
          </p:cNvSpPr>
          <p:nvPr/>
        </p:nvSpPr>
        <p:spPr>
          <a:xfrm>
            <a:off x="457200" y="274638"/>
            <a:ext cx="8229600" cy="1143000"/>
          </a:xfrm>
          <a:prstGeom prst="rect">
            <a:avLst/>
          </a:prstGeom>
        </p:spPr>
        <p:txBody>
          <a:bodyPr/>
          <a:lstStyle/>
          <a:p>
            <a:pPr marR="0" algn="ctr" defTabSz="914400">
              <a:buClrTx/>
              <a:buSzTx/>
              <a:buFontTx/>
              <a:buNone/>
              <a:defRPr/>
            </a:pPr>
            <a:endParaRPr kumimoji="0" lang="en-AU" sz="4400" b="1" kern="0" cap="none" spc="0" normalizeH="0" baseline="30000" noProof="0" dirty="0">
              <a:solidFill>
                <a:schemeClr val="tx2"/>
              </a:solidFill>
              <a:effectLst>
                <a:outerShdw blurRad="38100" dist="38100" dir="2700000" algn="tl">
                  <a:srgbClr val="C0C0C0"/>
                </a:outerShdw>
              </a:effectLst>
              <a:latin typeface="Comic Sans MS" panose="030F0702030302020204" pitchFamily="66" charset="0"/>
              <a:ea typeface="+mj-ea"/>
              <a:cs typeface="+mj-cs"/>
            </a:endParaRPr>
          </a:p>
          <a:p>
            <a:pPr marR="0" algn="ctr" defTabSz="914400">
              <a:buClrTx/>
              <a:buSzTx/>
              <a:buFontTx/>
              <a:buNone/>
              <a:defRPr/>
            </a:pPr>
            <a:r>
              <a:rPr kumimoji="0" lang="en-AU" sz="4400" b="1" kern="0" cap="none" spc="0" normalizeH="0" baseline="30000" noProof="0" dirty="0">
                <a:solidFill>
                  <a:schemeClr val="tx2"/>
                </a:solidFill>
                <a:effectLst>
                  <a:outerShdw blurRad="38100" dist="38100" dir="2700000" algn="tl">
                    <a:srgbClr val="C0C0C0"/>
                  </a:outerShdw>
                </a:effectLst>
                <a:latin typeface="Comic Sans MS" panose="030F0702030302020204" pitchFamily="66" charset="0"/>
                <a:ea typeface="+mj-ea"/>
                <a:cs typeface="+mj-cs"/>
              </a:rPr>
              <a:t>SHA-1 Compression Function</a:t>
            </a:r>
          </a:p>
        </p:txBody>
      </p:sp>
      <p:sp>
        <p:nvSpPr>
          <p:cNvPr id="6" name="Rectangle 3"/>
          <p:cNvSpPr txBox="1">
            <a:spLocks noChangeArrowheads="1"/>
          </p:cNvSpPr>
          <p:nvPr/>
        </p:nvSpPr>
        <p:spPr>
          <a:xfrm>
            <a:off x="457200" y="1066800"/>
            <a:ext cx="8229600" cy="5410200"/>
          </a:xfrm>
          <a:prstGeom prst="rect">
            <a:avLst/>
          </a:prstGeom>
        </p:spPr>
        <p:txBody>
          <a:bodyPr/>
          <a:lstStyle/>
          <a:p>
            <a:pPr marL="342900" marR="0" indent="-342900" defTabSz="914400">
              <a:buClrTx/>
              <a:buSzTx/>
              <a:buFontTx/>
              <a:buChar char="•"/>
              <a:defRPr/>
            </a:pPr>
            <a:r>
              <a:rPr kumimoji="0" lang="en-US" sz="3600" kern="0" cap="none" spc="0" normalizeH="0" baseline="30000" noProof="0" dirty="0">
                <a:latin typeface="Comic Sans MS" panose="030F0702030302020204" pitchFamily="66" charset="0"/>
                <a:ea typeface="+mn-ea"/>
                <a:cs typeface="+mn-cs"/>
              </a:rPr>
              <a:t>each round has 20 steps which replaces the 5 buffer words thus:</a:t>
            </a:r>
          </a:p>
          <a:p>
            <a:pPr marL="742950" marR="0" lvl="1" indent="-285750" algn="l" defTabSz="914400" rtl="0" eaLnBrk="1" fontAlgn="base" latinLnBrk="0" hangingPunct="1">
              <a:lnSpc>
                <a:spcPct val="100000"/>
              </a:lnSpc>
              <a:spcBef>
                <a:spcPct val="0"/>
              </a:spcBef>
              <a:spcAft>
                <a:spcPct val="0"/>
              </a:spcAft>
              <a:buClrTx/>
              <a:buSzTx/>
              <a:buFontTx/>
              <a:buNone/>
              <a:defRPr/>
            </a:pPr>
            <a:r>
              <a:rPr kumimoji="0" lang="en-AU" sz="3600" b="0" i="0" u="none" strike="noStrike" kern="0" cap="none" spc="0" normalizeH="0" baseline="30000" noProof="0" dirty="0">
                <a:ln>
                  <a:noFill/>
                </a:ln>
                <a:solidFill>
                  <a:schemeClr val="tx1"/>
                </a:solidFill>
                <a:effectLst/>
                <a:uLnTx/>
                <a:uFillTx/>
                <a:latin typeface="Comic Sans MS" panose="030F0702030302020204" pitchFamily="66" charset="0"/>
                <a:ea typeface="+mn-ea"/>
                <a:cs typeface="+mn-cs"/>
              </a:rPr>
              <a:t>(A,B,C,D,E) &lt;-(</a:t>
            </a:r>
            <a:r>
              <a:rPr kumimoji="0" lang="en-AU" sz="3600" b="0" i="0" u="none" strike="noStrike" kern="0" cap="none" spc="0" normalizeH="0" baseline="30000" noProof="0" dirty="0" err="1">
                <a:ln>
                  <a:noFill/>
                </a:ln>
                <a:solidFill>
                  <a:schemeClr val="tx1"/>
                </a:solidFill>
                <a:effectLst/>
                <a:uLnTx/>
                <a:uFillTx/>
                <a:latin typeface="Comic Sans MS" panose="030F0702030302020204" pitchFamily="66" charset="0"/>
                <a:ea typeface="+mn-ea"/>
                <a:cs typeface="+mn-cs"/>
              </a:rPr>
              <a:t>E+f</a:t>
            </a:r>
            <a:r>
              <a:rPr kumimoji="0" lang="en-AU" sz="3600" b="0" i="0" u="none" strike="noStrike" kern="0" cap="none" spc="0" normalizeH="0" baseline="30000" noProof="0" dirty="0">
                <a:ln>
                  <a:noFill/>
                </a:ln>
                <a:solidFill>
                  <a:schemeClr val="tx1"/>
                </a:solidFill>
                <a:effectLst/>
                <a:uLnTx/>
                <a:uFillTx/>
                <a:latin typeface="Comic Sans MS" panose="030F0702030302020204" pitchFamily="66" charset="0"/>
                <a:ea typeface="+mn-ea"/>
                <a:cs typeface="+mn-cs"/>
              </a:rPr>
              <a:t>(</a:t>
            </a:r>
            <a:r>
              <a:rPr kumimoji="0" lang="en-AU" sz="3600" b="0" i="0" u="none" strike="noStrike" kern="0" cap="none" spc="0" normalizeH="0" baseline="30000" noProof="0" dirty="0" err="1">
                <a:ln>
                  <a:noFill/>
                </a:ln>
                <a:solidFill>
                  <a:schemeClr val="tx1"/>
                </a:solidFill>
                <a:effectLst/>
                <a:uLnTx/>
                <a:uFillTx/>
                <a:latin typeface="Comic Sans MS" panose="030F0702030302020204" pitchFamily="66" charset="0"/>
                <a:ea typeface="+mn-ea"/>
                <a:cs typeface="+mn-cs"/>
              </a:rPr>
              <a:t>t,B,C,D</a:t>
            </a:r>
            <a:r>
              <a:rPr kumimoji="0" lang="en-AU" sz="3600" b="0" i="0" u="none" strike="noStrike" kern="0" cap="none" spc="0" normalizeH="0" baseline="30000" noProof="0" dirty="0">
                <a:ln>
                  <a:noFill/>
                </a:ln>
                <a:solidFill>
                  <a:schemeClr val="tx1"/>
                </a:solidFill>
                <a:effectLst/>
                <a:uLnTx/>
                <a:uFillTx/>
                <a:latin typeface="Comic Sans MS" panose="030F0702030302020204" pitchFamily="66" charset="0"/>
                <a:ea typeface="+mn-ea"/>
                <a:cs typeface="+mn-cs"/>
              </a:rPr>
              <a:t>)+S</a:t>
            </a:r>
            <a:r>
              <a:rPr kumimoji="0" lang="en-AU" sz="3600" b="0" i="0" u="none" strike="noStrike" kern="0" cap="none" spc="0" normalizeH="0" baseline="50000" noProof="0" dirty="0">
                <a:ln>
                  <a:noFill/>
                </a:ln>
                <a:solidFill>
                  <a:schemeClr val="tx1"/>
                </a:solidFill>
                <a:effectLst/>
                <a:uLnTx/>
                <a:uFillTx/>
                <a:latin typeface="Comic Sans MS" panose="030F0702030302020204" pitchFamily="66" charset="0"/>
                <a:ea typeface="+mn-ea"/>
                <a:cs typeface="+mn-cs"/>
              </a:rPr>
              <a:t>5</a:t>
            </a:r>
            <a:r>
              <a:rPr kumimoji="0" lang="en-AU" sz="3600" b="0" i="0" u="none" strike="noStrike" kern="0" cap="none" spc="0" normalizeH="0" baseline="30000" noProof="0" dirty="0">
                <a:ln>
                  <a:noFill/>
                </a:ln>
                <a:solidFill>
                  <a:schemeClr val="tx1"/>
                </a:solidFill>
                <a:effectLst/>
                <a:uLnTx/>
                <a:uFillTx/>
                <a:latin typeface="Comic Sans MS" panose="030F0702030302020204" pitchFamily="66" charset="0"/>
                <a:ea typeface="+mn-ea"/>
                <a:cs typeface="+mn-cs"/>
              </a:rPr>
              <a:t>(A)+</a:t>
            </a:r>
            <a:r>
              <a:rPr kumimoji="0" lang="en-AU" sz="3600" b="0" i="0" u="none" strike="noStrike" kern="0" cap="none" spc="0" normalizeH="0" baseline="30000" noProof="0" dirty="0" err="1">
                <a:ln>
                  <a:noFill/>
                </a:ln>
                <a:solidFill>
                  <a:schemeClr val="tx1"/>
                </a:solidFill>
                <a:effectLst/>
                <a:uLnTx/>
                <a:uFillTx/>
                <a:latin typeface="Comic Sans MS" panose="030F0702030302020204" pitchFamily="66" charset="0"/>
                <a:ea typeface="+mn-ea"/>
                <a:cs typeface="+mn-cs"/>
              </a:rPr>
              <a:t>W</a:t>
            </a:r>
            <a:r>
              <a:rPr kumimoji="0" lang="en-AU" sz="3600" b="0" i="0" u="none" strike="noStrike" kern="0" cap="none" spc="0" normalizeH="0" baseline="-25000" noProof="0" dirty="0" err="1">
                <a:ln>
                  <a:noFill/>
                </a:ln>
                <a:solidFill>
                  <a:schemeClr val="tx1"/>
                </a:solidFill>
                <a:effectLst/>
                <a:uLnTx/>
                <a:uFillTx/>
                <a:latin typeface="Comic Sans MS" panose="030F0702030302020204" pitchFamily="66" charset="0"/>
                <a:ea typeface="+mn-ea"/>
                <a:cs typeface="+mn-cs"/>
              </a:rPr>
              <a:t>t</a:t>
            </a:r>
            <a:r>
              <a:rPr kumimoji="0" lang="en-AU" sz="3600" b="0" i="0" u="none" strike="noStrike" kern="0" cap="none" spc="0" normalizeH="0" baseline="30000" noProof="0" dirty="0" err="1">
                <a:ln>
                  <a:noFill/>
                </a:ln>
                <a:solidFill>
                  <a:schemeClr val="tx1"/>
                </a:solidFill>
                <a:effectLst/>
                <a:uLnTx/>
                <a:uFillTx/>
                <a:latin typeface="Comic Sans MS" panose="030F0702030302020204" pitchFamily="66" charset="0"/>
                <a:ea typeface="+mn-ea"/>
                <a:cs typeface="+mn-cs"/>
              </a:rPr>
              <a:t>+K</a:t>
            </a:r>
            <a:r>
              <a:rPr kumimoji="0" lang="en-AU" sz="3600" b="0" i="0" u="none" strike="noStrike" kern="0" cap="none" spc="0" normalizeH="0" baseline="-25000" noProof="0" dirty="0" err="1">
                <a:ln>
                  <a:noFill/>
                </a:ln>
                <a:solidFill>
                  <a:schemeClr val="tx1"/>
                </a:solidFill>
                <a:effectLst/>
                <a:uLnTx/>
                <a:uFillTx/>
                <a:latin typeface="Comic Sans MS" panose="030F0702030302020204" pitchFamily="66" charset="0"/>
                <a:ea typeface="+mn-ea"/>
                <a:cs typeface="+mn-cs"/>
              </a:rPr>
              <a:t>t</a:t>
            </a:r>
            <a:r>
              <a:rPr kumimoji="0" lang="en-AU" sz="3600" b="0" i="0" u="none" strike="noStrike" kern="0" cap="none" spc="0" normalizeH="0" baseline="30000" noProof="0" dirty="0">
                <a:ln>
                  <a:noFill/>
                </a:ln>
                <a:solidFill>
                  <a:schemeClr val="tx1"/>
                </a:solidFill>
                <a:effectLst/>
                <a:uLnTx/>
                <a:uFillTx/>
                <a:latin typeface="Comic Sans MS" panose="030F0702030302020204" pitchFamily="66" charset="0"/>
                <a:ea typeface="+mn-ea"/>
                <a:cs typeface="+mn-cs"/>
              </a:rPr>
              <a:t>),A,S</a:t>
            </a:r>
            <a:r>
              <a:rPr kumimoji="0" lang="en-AU" sz="3600" b="0" i="0" u="none" strike="noStrike" kern="0" cap="none" spc="0" normalizeH="0" baseline="56000" noProof="0" dirty="0">
                <a:ln>
                  <a:noFill/>
                </a:ln>
                <a:solidFill>
                  <a:schemeClr val="tx1"/>
                </a:solidFill>
                <a:effectLst/>
                <a:uLnTx/>
                <a:uFillTx/>
                <a:latin typeface="Comic Sans MS" panose="030F0702030302020204" pitchFamily="66" charset="0"/>
                <a:ea typeface="+mn-ea"/>
                <a:cs typeface="+mn-cs"/>
              </a:rPr>
              <a:t>30</a:t>
            </a:r>
            <a:r>
              <a:rPr kumimoji="0" lang="en-AU" sz="3600" b="0" i="0" u="none" strike="noStrike" kern="0" cap="none" spc="0" normalizeH="0" baseline="30000" noProof="0" dirty="0">
                <a:ln>
                  <a:noFill/>
                </a:ln>
                <a:solidFill>
                  <a:schemeClr val="tx1"/>
                </a:solidFill>
                <a:effectLst/>
                <a:uLnTx/>
                <a:uFillTx/>
                <a:latin typeface="Comic Sans MS" panose="030F0702030302020204" pitchFamily="66" charset="0"/>
                <a:ea typeface="+mn-ea"/>
                <a:cs typeface="+mn-cs"/>
              </a:rPr>
              <a:t>(B),C,D</a:t>
            </a:r>
          </a:p>
          <a:p>
            <a:pPr marL="742950" marR="0" lvl="1" indent="-285750" algn="l" defTabSz="914400" rtl="0" eaLnBrk="1" fontAlgn="base" latinLnBrk="0" hangingPunct="1">
              <a:lnSpc>
                <a:spcPct val="100000"/>
              </a:lnSpc>
              <a:spcBef>
                <a:spcPct val="0"/>
              </a:spcBef>
              <a:spcAft>
                <a:spcPct val="0"/>
              </a:spcAft>
              <a:buClrTx/>
              <a:buSzTx/>
              <a:buFontTx/>
              <a:buNone/>
              <a:defRPr/>
            </a:pPr>
            <a:endParaRPr kumimoji="0" lang="en-AU" sz="3600" b="0" i="0" u="none" strike="noStrike" kern="0" cap="none" spc="0" normalizeH="0" baseline="30000" noProof="0" dirty="0">
              <a:ln>
                <a:noFill/>
              </a:ln>
              <a:solidFill>
                <a:schemeClr val="tx1"/>
              </a:solidFill>
              <a:effectLst/>
              <a:uLnTx/>
              <a:uFillTx/>
              <a:latin typeface="Comic Sans MS" panose="030F0702030302020204" pitchFamily="66" charset="0"/>
              <a:ea typeface="+mn-ea"/>
              <a:cs typeface="+mn-cs"/>
            </a:endParaRPr>
          </a:p>
          <a:p>
            <a:pPr marL="342900" marR="0" indent="-342900" defTabSz="914400">
              <a:buClrTx/>
              <a:buSzTx/>
              <a:buFontTx/>
              <a:buChar char="•"/>
              <a:defRPr/>
            </a:pPr>
            <a:r>
              <a:rPr kumimoji="0" lang="en-AU" sz="3600" kern="0" cap="none" spc="0" normalizeH="0" baseline="30000" noProof="0" dirty="0" err="1">
                <a:latin typeface="Comic Sans MS" panose="030F0702030302020204" pitchFamily="66" charset="0"/>
                <a:ea typeface="+mn-ea"/>
                <a:cs typeface="+mn-cs"/>
              </a:rPr>
              <a:t>a,b,c,d</a:t>
            </a:r>
            <a:r>
              <a:rPr kumimoji="0" lang="en-AU" sz="3600" kern="0" cap="none" spc="0" normalizeH="0" baseline="30000" noProof="0" dirty="0">
                <a:latin typeface="Comic Sans MS" panose="030F0702030302020204" pitchFamily="66" charset="0"/>
                <a:ea typeface="+mn-ea"/>
                <a:cs typeface="+mn-cs"/>
              </a:rPr>
              <a:t> refer to the 4 words of the buffer</a:t>
            </a:r>
          </a:p>
          <a:p>
            <a:pPr marL="342900" marR="0" indent="-342900" defTabSz="914400">
              <a:buClrTx/>
              <a:buSzTx/>
              <a:buFontTx/>
              <a:buNone/>
              <a:defRPr/>
            </a:pPr>
            <a:endParaRPr kumimoji="0" lang="en-AU" sz="3600" b="0" i="0" u="none" strike="noStrike" kern="0" cap="none" spc="0" normalizeH="0" baseline="30000" noProof="0" dirty="0">
              <a:ln>
                <a:noFill/>
              </a:ln>
              <a:solidFill>
                <a:schemeClr val="tx1"/>
              </a:solidFill>
              <a:effectLst/>
              <a:uLnTx/>
              <a:uFillTx/>
              <a:latin typeface="Comic Sans MS" panose="030F0702030302020204" pitchFamily="66" charset="0"/>
              <a:ea typeface="+mn-ea"/>
              <a:cs typeface="+mn-cs"/>
            </a:endParaRPr>
          </a:p>
          <a:p>
            <a:pPr marL="342900" marR="0" indent="-342900" defTabSz="914400">
              <a:buClrTx/>
              <a:buSzTx/>
              <a:buFontTx/>
              <a:buChar char="•"/>
              <a:defRPr/>
            </a:pPr>
            <a:r>
              <a:rPr kumimoji="0" lang="en-US" sz="3600" kern="0" cap="none" spc="0" normalizeH="0" baseline="30000" noProof="0" dirty="0">
                <a:latin typeface="Comic Sans MS" panose="030F0702030302020204" pitchFamily="66" charset="0"/>
                <a:ea typeface="+mn-ea"/>
                <a:cs typeface="+mn-cs"/>
              </a:rPr>
              <a:t>t is the step number</a:t>
            </a:r>
          </a:p>
          <a:p>
            <a:pPr marL="342900" marR="0" indent="-342900" defTabSz="914400">
              <a:buClrTx/>
              <a:buSzTx/>
              <a:buFontTx/>
              <a:buNone/>
              <a:defRPr/>
            </a:pPr>
            <a:endParaRPr kumimoji="0" lang="en-AU" sz="3600" b="0" i="0" u="none" strike="noStrike" kern="0" cap="none" spc="0" normalizeH="0" baseline="30000" noProof="0" dirty="0">
              <a:ln>
                <a:noFill/>
              </a:ln>
              <a:solidFill>
                <a:schemeClr val="tx1"/>
              </a:solidFill>
              <a:effectLst/>
              <a:uLnTx/>
              <a:uFillTx/>
              <a:latin typeface="Comic Sans MS" panose="030F0702030302020204" pitchFamily="66" charset="0"/>
              <a:ea typeface="+mn-ea"/>
              <a:cs typeface="+mn-cs"/>
            </a:endParaRPr>
          </a:p>
          <a:p>
            <a:pPr marL="342900" marR="0" indent="-342900" defTabSz="914400">
              <a:buClrTx/>
              <a:buSzTx/>
              <a:buFontTx/>
              <a:buChar char="•"/>
              <a:defRPr/>
            </a:pPr>
            <a:r>
              <a:rPr kumimoji="0" lang="en-AU" sz="3600" kern="0" cap="none" spc="0" normalizeH="0" baseline="30000" noProof="0" dirty="0">
                <a:latin typeface="Comic Sans MS" panose="030F0702030302020204" pitchFamily="66" charset="0"/>
                <a:ea typeface="+mn-ea"/>
                <a:cs typeface="+mn-cs"/>
              </a:rPr>
              <a:t>f(</a:t>
            </a:r>
            <a:r>
              <a:rPr kumimoji="0" lang="en-AU" sz="3600" kern="0" cap="none" spc="0" normalizeH="0" baseline="30000" noProof="0" dirty="0" err="1">
                <a:latin typeface="Comic Sans MS" panose="030F0702030302020204" pitchFamily="66" charset="0"/>
                <a:ea typeface="+mn-ea"/>
                <a:cs typeface="+mn-cs"/>
              </a:rPr>
              <a:t>t,B,C,D</a:t>
            </a:r>
            <a:r>
              <a:rPr kumimoji="0" lang="en-AU" sz="3600" kern="0" cap="none" spc="0" normalizeH="0" baseline="30000" noProof="0" dirty="0">
                <a:latin typeface="Comic Sans MS" panose="030F0702030302020204" pitchFamily="66" charset="0"/>
                <a:ea typeface="+mn-ea"/>
                <a:cs typeface="+mn-cs"/>
              </a:rPr>
              <a:t>) is nonlinear function for round</a:t>
            </a:r>
          </a:p>
          <a:p>
            <a:pPr marL="342900" marR="0" indent="-342900" defTabSz="914400">
              <a:buClrTx/>
              <a:buSzTx/>
              <a:buFontTx/>
              <a:buNone/>
              <a:defRPr/>
            </a:pPr>
            <a:endParaRPr kumimoji="0" lang="en-AU" sz="3600" b="0" i="0" u="none" strike="noStrike" kern="0" cap="none" spc="0" normalizeH="0" baseline="30000" noProof="0" dirty="0">
              <a:ln>
                <a:noFill/>
              </a:ln>
              <a:solidFill>
                <a:schemeClr val="tx1"/>
              </a:solidFill>
              <a:effectLst/>
              <a:uLnTx/>
              <a:uFillTx/>
              <a:latin typeface="Comic Sans MS" panose="030F0702030302020204" pitchFamily="66" charset="0"/>
              <a:ea typeface="+mn-ea"/>
              <a:cs typeface="+mn-cs"/>
            </a:endParaRPr>
          </a:p>
          <a:p>
            <a:pPr marL="342900" marR="0" indent="-342900" defTabSz="914400">
              <a:buClrTx/>
              <a:buSzTx/>
              <a:buFontTx/>
              <a:buChar char="•"/>
              <a:defRPr/>
            </a:pPr>
            <a:r>
              <a:rPr kumimoji="0" lang="en-AU" sz="3600" kern="0" cap="none" spc="0" normalizeH="0" baseline="30000" noProof="0" dirty="0">
                <a:latin typeface="Comic Sans MS" panose="030F0702030302020204" pitchFamily="66" charset="0"/>
                <a:ea typeface="+mn-ea"/>
                <a:cs typeface="+mn-cs"/>
              </a:rPr>
              <a:t>W</a:t>
            </a:r>
            <a:r>
              <a:rPr kumimoji="0" lang="en-AU" sz="3600" kern="0" cap="none" spc="0" normalizeH="0" baseline="-25000" noProof="0" dirty="0">
                <a:latin typeface="Comic Sans MS" panose="030F0702030302020204" pitchFamily="66" charset="0"/>
                <a:ea typeface="+mn-ea"/>
                <a:cs typeface="+mn-cs"/>
              </a:rPr>
              <a:t>t </a:t>
            </a:r>
            <a:r>
              <a:rPr kumimoji="0" lang="en-AU" sz="3600" kern="0" cap="none" spc="0" normalizeH="0" baseline="30000" noProof="0" dirty="0">
                <a:latin typeface="Comic Sans MS" panose="030F0702030302020204" pitchFamily="66" charset="0"/>
                <a:ea typeface="+mn-ea"/>
                <a:cs typeface="+mn-cs"/>
              </a:rPr>
              <a:t>is derived from the message block </a:t>
            </a:r>
          </a:p>
          <a:p>
            <a:pPr marL="342900" marR="0" indent="-342900" defTabSz="914400">
              <a:buClrTx/>
              <a:buSzTx/>
              <a:buFontTx/>
              <a:buChar char="•"/>
              <a:defRPr/>
            </a:pPr>
            <a:endParaRPr kumimoji="0" lang="en-AU" sz="3600" b="0" i="0" u="none" strike="noStrike" kern="0" cap="none" spc="0" normalizeH="0" baseline="30000" noProof="0" dirty="0">
              <a:ln>
                <a:noFill/>
              </a:ln>
              <a:solidFill>
                <a:schemeClr val="tx1"/>
              </a:solidFill>
              <a:effectLst/>
              <a:uLnTx/>
              <a:uFillTx/>
              <a:latin typeface="Comic Sans MS" panose="030F0702030302020204" pitchFamily="66" charset="0"/>
              <a:ea typeface="+mn-ea"/>
              <a:cs typeface="+mn-cs"/>
            </a:endParaRPr>
          </a:p>
          <a:p>
            <a:pPr marL="342900" marR="0" indent="-342900" defTabSz="914400">
              <a:buClrTx/>
              <a:buSzTx/>
              <a:buFontTx/>
              <a:buChar char="•"/>
              <a:defRPr/>
            </a:pPr>
            <a:r>
              <a:rPr kumimoji="0" lang="en-AU" sz="3600" kern="0" cap="none" spc="0" normalizeH="0" baseline="30000" noProof="0" dirty="0">
                <a:latin typeface="Comic Sans MS" panose="030F0702030302020204" pitchFamily="66" charset="0"/>
                <a:ea typeface="+mn-ea"/>
                <a:cs typeface="+mn-cs"/>
              </a:rPr>
              <a:t>K</a:t>
            </a:r>
            <a:r>
              <a:rPr kumimoji="0" lang="en-AU" sz="3600" kern="0" cap="none" spc="0" normalizeH="0" baseline="52000" noProof="0" dirty="0">
                <a:latin typeface="Comic Sans MS" panose="030F0702030302020204" pitchFamily="66" charset="0"/>
                <a:ea typeface="+mn-ea"/>
                <a:cs typeface="+mn-cs"/>
              </a:rPr>
              <a:t>t  is an additive constant</a:t>
            </a:r>
          </a:p>
          <a:p>
            <a:pPr marL="342900" marR="0" indent="-342900" defTabSz="914400">
              <a:buClrTx/>
              <a:buSzTx/>
              <a:buFontTx/>
              <a:buChar char="•"/>
              <a:defRPr/>
            </a:pPr>
            <a:r>
              <a:rPr kumimoji="0" lang="en-AU" sz="3600" b="0" i="0" u="none" strike="noStrike" kern="0" cap="none" spc="0" normalizeH="0" baseline="30000" noProof="0" dirty="0">
                <a:ln>
                  <a:noFill/>
                </a:ln>
                <a:solidFill>
                  <a:schemeClr val="tx1"/>
                </a:solidFill>
                <a:effectLst/>
                <a:uLnTx/>
                <a:uFillTx/>
                <a:latin typeface="Comic Sans MS" panose="030F0702030302020204" pitchFamily="66" charset="0"/>
                <a:ea typeface="+mn-ea"/>
                <a:cs typeface="+mn-cs"/>
              </a:rPr>
              <a:t>+ addition modulo 2</a:t>
            </a:r>
            <a:r>
              <a:rPr kumimoji="0" lang="en-AU" sz="3600" kern="0" cap="none" spc="0" normalizeH="0" baseline="52000" noProof="0" dirty="0">
                <a:latin typeface="Comic Sans MS" panose="030F0702030302020204" pitchFamily="66" charset="0"/>
                <a:ea typeface="+mn-ea"/>
                <a:cs typeface="+mn-cs"/>
              </a:rPr>
              <a:t>32</a:t>
            </a:r>
            <a:r>
              <a:rPr kumimoji="0" lang="en-AU" sz="3600" kern="0" cap="none" spc="0" normalizeH="0" baseline="30000" noProof="0" dirty="0">
                <a:latin typeface="Comic Sans MS" panose="030F0702030302020204" pitchFamily="66" charset="0"/>
                <a:ea typeface="+mn-ea"/>
                <a:cs typeface="+mn-cs"/>
              </a:rPr>
              <a:t> </a:t>
            </a:r>
          </a:p>
        </p:txBody>
      </p:sp>
    </p:spTree>
    <p:extLst>
      <p:ext uri="{BB962C8B-B14F-4D97-AF65-F5344CB8AC3E}">
        <p14:creationId xmlns:p14="http://schemas.microsoft.com/office/powerpoint/2010/main" val="37507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txBox="1">
            <a:spLocks noChangeArrowheads="1"/>
          </p:cNvSpPr>
          <p:nvPr/>
        </p:nvSpPr>
        <p:spPr>
          <a:xfrm>
            <a:off x="0" y="0"/>
            <a:ext cx="9144000" cy="1143000"/>
          </a:xfrm>
          <a:prstGeom prst="rect">
            <a:avLst/>
          </a:prstGeom>
        </p:spPr>
        <p:txBody>
          <a:bodyPr/>
          <a:lstStyle/>
          <a:p>
            <a:pPr marR="0" algn="ctr" defTabSz="914400" eaLnBrk="0" hangingPunct="0">
              <a:buClrTx/>
              <a:buSzTx/>
              <a:buFontTx/>
              <a:buNone/>
              <a:defRPr/>
            </a:pPr>
            <a:r>
              <a:rPr kumimoji="0" lang="sv-SE" sz="4000" b="1" kern="0" cap="none" spc="0" normalizeH="0" baseline="0" noProof="0">
                <a:solidFill>
                  <a:schemeClr val="tx2"/>
                </a:solidFill>
                <a:latin typeface="Comic Sans MS" panose="030F0702030302020204" pitchFamily="66" charset="0"/>
                <a:ea typeface="+mj-ea"/>
                <a:cs typeface="+mj-cs"/>
              </a:rPr>
              <a:t>Other Secure HASH functions</a:t>
            </a:r>
            <a:endParaRPr kumimoji="0" lang="en-GB" sz="4000" b="1" kern="0" cap="none" spc="0" normalizeH="0" baseline="0" noProof="0" dirty="0">
              <a:solidFill>
                <a:schemeClr val="tx2"/>
              </a:solidFill>
              <a:latin typeface="Comic Sans MS" panose="030F0702030302020204" pitchFamily="66" charset="0"/>
              <a:ea typeface="+mj-ea"/>
              <a:cs typeface="+mj-cs"/>
            </a:endParaRPr>
          </a:p>
        </p:txBody>
      </p:sp>
      <p:sp>
        <p:nvSpPr>
          <p:cNvPr id="92163" name="Rectangle 172"/>
          <p:cNvSpPr/>
          <p:nvPr/>
        </p:nvSpPr>
        <p:spPr>
          <a:xfrm>
            <a:off x="3962400" y="6324600"/>
            <a:ext cx="1219200" cy="228600"/>
          </a:xfrm>
          <a:prstGeom prst="rect">
            <a:avLst/>
          </a:prstGeom>
          <a:solidFill>
            <a:schemeClr val="bg1"/>
          </a:solidFill>
          <a:ln w="9525">
            <a:noFill/>
          </a:ln>
        </p:spPr>
        <p:txBody>
          <a:bodyPr wrap="none" anchor="ctr" anchorCtr="0"/>
          <a:lstStyle/>
          <a:p>
            <a:endParaRPr lang="en-US" altLang="x-none" sz="4000" b="1" dirty="0">
              <a:latin typeface="Comic Sans MS" panose="030F0702030302020204" pitchFamily="66" charset="0"/>
            </a:endParaRPr>
          </a:p>
        </p:txBody>
      </p:sp>
      <p:pic>
        <p:nvPicPr>
          <p:cNvPr id="92164" name="Picture 41"/>
          <p:cNvPicPr>
            <a:picLocks noChangeAspect="1"/>
          </p:cNvPicPr>
          <p:nvPr/>
        </p:nvPicPr>
        <p:blipFill>
          <a:blip r:embed="rId2"/>
          <a:srcRect t="6493" r="7965" b="23376"/>
          <a:stretch>
            <a:fillRect/>
          </a:stretch>
        </p:blipFill>
        <p:spPr>
          <a:xfrm>
            <a:off x="304800" y="1371600"/>
            <a:ext cx="8839200" cy="5486400"/>
          </a:xfrm>
          <a:prstGeom prst="rect">
            <a:avLst/>
          </a:prstGeom>
          <a:noFill/>
          <a:ln w="9525">
            <a:noFill/>
          </a:ln>
        </p:spPr>
      </p:pic>
    </p:spTree>
    <p:extLst>
      <p:ext uri="{BB962C8B-B14F-4D97-AF65-F5344CB8AC3E}">
        <p14:creationId xmlns:p14="http://schemas.microsoft.com/office/powerpoint/2010/main" val="4358747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Slide Number Placeholder 5"/>
          <p:cNvSpPr txBox="1"/>
          <p:nvPr/>
        </p:nvSpPr>
        <p:spPr>
          <a:xfrm>
            <a:off x="6553200" y="6248400"/>
            <a:ext cx="1905000" cy="457200"/>
          </a:xfrm>
          <a:prstGeom prst="rect">
            <a:avLst/>
          </a:prstGeom>
          <a:noFill/>
          <a:ln w="9525">
            <a:noFill/>
          </a:ln>
        </p:spPr>
        <p:txBody>
          <a:bodyPr/>
          <a:lstStyle/>
          <a:p>
            <a:pPr algn="r"/>
            <a:fld id="{9A0DB2DC-4C9A-4742-B13C-FB6460FD3503}" type="slidenum">
              <a:rPr lang="en-GB" sz="1400" baseline="0" dirty="0">
                <a:latin typeface="Comic Sans MS" panose="030F0702030302020204" pitchFamily="66" charset="0"/>
              </a:rPr>
              <a:t>29</a:t>
            </a:fld>
            <a:endParaRPr lang="en-GB" sz="1400" baseline="0" dirty="0">
              <a:latin typeface="Comic Sans MS" panose="030F0702030302020204" pitchFamily="66" charset="0"/>
            </a:endParaRPr>
          </a:p>
        </p:txBody>
      </p:sp>
      <p:sp>
        <p:nvSpPr>
          <p:cNvPr id="5" name="Rectangle 2"/>
          <p:cNvSpPr txBox="1">
            <a:spLocks noChangeArrowheads="1"/>
          </p:cNvSpPr>
          <p:nvPr/>
        </p:nvSpPr>
        <p:spPr>
          <a:xfrm>
            <a:off x="685800" y="609600"/>
            <a:ext cx="7772400" cy="1143000"/>
          </a:xfrm>
          <a:prstGeom prst="rect">
            <a:avLst/>
          </a:prstGeom>
        </p:spPr>
        <p:txBody>
          <a:bodyPr/>
          <a:lstStyle/>
          <a:p>
            <a:pPr marR="0" algn="ctr" defTabSz="914400" eaLnBrk="0" hangingPunct="0">
              <a:buClrTx/>
              <a:buSzTx/>
              <a:buFontTx/>
              <a:buNone/>
              <a:defRPr/>
            </a:pPr>
            <a:r>
              <a:rPr kumimoji="0" lang="sv-SE" sz="4400" b="1" kern="0" cap="none" spc="0" normalizeH="0" baseline="0" noProof="0" dirty="0">
                <a:solidFill>
                  <a:schemeClr val="tx2"/>
                </a:solidFill>
                <a:latin typeface="Comic Sans MS" panose="030F0702030302020204" pitchFamily="66" charset="0"/>
                <a:ea typeface="+mj-ea"/>
                <a:cs typeface="+mj-cs"/>
              </a:rPr>
              <a:t>HMAC</a:t>
            </a:r>
            <a:endParaRPr kumimoji="0" lang="en-GB" sz="4400" b="1" kern="0" cap="none" spc="0" normalizeH="0" baseline="0" noProof="0" dirty="0">
              <a:solidFill>
                <a:schemeClr val="tx2"/>
              </a:solidFill>
              <a:latin typeface="Comic Sans MS" panose="030F0702030302020204" pitchFamily="66" charset="0"/>
              <a:ea typeface="+mj-ea"/>
              <a:cs typeface="+mj-cs"/>
            </a:endParaRPr>
          </a:p>
        </p:txBody>
      </p:sp>
      <p:sp>
        <p:nvSpPr>
          <p:cNvPr id="6" name="Rectangle 3"/>
          <p:cNvSpPr txBox="1">
            <a:spLocks noChangeArrowheads="1"/>
          </p:cNvSpPr>
          <p:nvPr/>
        </p:nvSpPr>
        <p:spPr>
          <a:xfrm>
            <a:off x="685800" y="1524000"/>
            <a:ext cx="7772400" cy="4114800"/>
          </a:xfrm>
          <a:prstGeom prst="rect">
            <a:avLst/>
          </a:prstGeom>
        </p:spPr>
        <p:txBody>
          <a:bodyPr/>
          <a:lstStyle/>
          <a:p>
            <a:pPr marL="342900" marR="0" indent="-342900" defTabSz="914400" eaLnBrk="0" hangingPunct="0">
              <a:spcBef>
                <a:spcPct val="20000"/>
              </a:spcBef>
              <a:buClrTx/>
              <a:buSzTx/>
              <a:buFontTx/>
              <a:buChar char="•"/>
              <a:defRPr/>
            </a:pPr>
            <a:r>
              <a:rPr kumimoji="0" lang="sv-SE" sz="2800" kern="0" cap="none" spc="0" normalizeH="0" baseline="0" noProof="0" dirty="0">
                <a:latin typeface="Comic Sans MS" panose="030F0702030302020204" pitchFamily="66" charset="0"/>
                <a:ea typeface="+mn-ea"/>
                <a:cs typeface="+mn-cs"/>
              </a:rPr>
              <a:t>Use a MAC derived from a cryptographic hash code, such as SHA-1.</a:t>
            </a:r>
          </a:p>
          <a:p>
            <a:pPr marL="342900" marR="0" indent="-342900" defTabSz="914400" eaLnBrk="0" hangingPunct="0">
              <a:spcBef>
                <a:spcPct val="20000"/>
              </a:spcBef>
              <a:buClrTx/>
              <a:buSzTx/>
              <a:buFontTx/>
              <a:buChar char="•"/>
              <a:defRPr/>
            </a:pPr>
            <a:r>
              <a:rPr kumimoji="0" lang="sv-SE" sz="2800" b="1" kern="0" cap="none" spc="0" normalizeH="0" baseline="0" noProof="0" dirty="0">
                <a:latin typeface="Comic Sans MS" panose="030F0702030302020204" pitchFamily="66" charset="0"/>
                <a:ea typeface="+mn-ea"/>
                <a:cs typeface="+mn-cs"/>
              </a:rPr>
              <a:t>Motivations:</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sv-SE" sz="2400" b="0" i="0" u="none" strike="noStrike" kern="0" cap="none" spc="0" normalizeH="0" baseline="0" noProof="0" dirty="0">
                <a:ln>
                  <a:noFill/>
                </a:ln>
                <a:solidFill>
                  <a:schemeClr val="tx1"/>
                </a:solidFill>
                <a:effectLst/>
                <a:uLnTx/>
                <a:uFillTx/>
                <a:latin typeface="Comic Sans MS" panose="030F0702030302020204" pitchFamily="66" charset="0"/>
                <a:ea typeface="+mn-ea"/>
                <a:cs typeface="+mn-cs"/>
              </a:rPr>
              <a:t>Cryptographic hash functions executes faster in software than encryptoin algorithms such as DES</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sv-SE" sz="2400" b="0" i="0" u="none" strike="noStrike" kern="0" cap="none" spc="0" normalizeH="0" baseline="0" noProof="0" dirty="0">
                <a:ln>
                  <a:noFill/>
                </a:ln>
                <a:solidFill>
                  <a:schemeClr val="tx1"/>
                </a:solidFill>
                <a:effectLst/>
                <a:uLnTx/>
                <a:uFillTx/>
                <a:latin typeface="Comic Sans MS" panose="030F0702030302020204" pitchFamily="66" charset="0"/>
                <a:ea typeface="+mn-ea"/>
                <a:cs typeface="+mn-cs"/>
              </a:rPr>
              <a:t>Library code for cryptographic hash functions is widely available</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sv-SE" sz="2400" b="0" i="0" u="none" strike="noStrike" kern="0" cap="none" spc="0" normalizeH="0" baseline="0" noProof="0" dirty="0">
                <a:ln>
                  <a:noFill/>
                </a:ln>
                <a:solidFill>
                  <a:schemeClr val="tx1"/>
                </a:solidFill>
                <a:effectLst/>
                <a:uLnTx/>
                <a:uFillTx/>
                <a:latin typeface="Comic Sans MS" panose="030F0702030302020204" pitchFamily="66" charset="0"/>
                <a:ea typeface="+mn-ea"/>
                <a:cs typeface="+mn-cs"/>
              </a:rPr>
              <a:t>No export restrictions from the US</a:t>
            </a:r>
            <a:endParaRPr kumimoji="0" lang="en-GB" sz="2400" b="0" i="0" u="none" strike="noStrike" kern="0" cap="none" spc="0" normalizeH="0" baseline="0" noProof="0" dirty="0">
              <a:ln>
                <a:noFill/>
              </a:ln>
              <a:solidFill>
                <a:schemeClr val="tx1"/>
              </a:solidFill>
              <a:effectLst/>
              <a:uLnTx/>
              <a:uFillTx/>
              <a:latin typeface="Comic Sans MS" panose="030F0702030302020204" pitchFamily="66" charset="0"/>
              <a:ea typeface="+mn-ea"/>
              <a:cs typeface="+mn-cs"/>
            </a:endParaRPr>
          </a:p>
        </p:txBody>
      </p:sp>
      <p:sp>
        <p:nvSpPr>
          <p:cNvPr id="93189" name="TextBox 6"/>
          <p:cNvSpPr txBox="1"/>
          <p:nvPr/>
        </p:nvSpPr>
        <p:spPr>
          <a:xfrm>
            <a:off x="838200" y="5486400"/>
            <a:ext cx="7543800" cy="954088"/>
          </a:xfrm>
          <a:prstGeom prst="rect">
            <a:avLst/>
          </a:prstGeom>
          <a:noFill/>
          <a:ln w="9525">
            <a:noFill/>
          </a:ln>
        </p:spPr>
        <p:txBody>
          <a:bodyPr>
            <a:spAutoFit/>
          </a:bodyPr>
          <a:lstStyle/>
          <a:p>
            <a:r>
              <a:rPr lang="en-US" altLang="x-none" dirty="0">
                <a:solidFill>
                  <a:srgbClr val="002060"/>
                </a:solidFill>
                <a:latin typeface="Times New Roman" panose="02020603050405020304" pitchFamily="18" charset="0"/>
              </a:rPr>
              <a:t>A </a:t>
            </a:r>
            <a:r>
              <a:rPr lang="en-US" altLang="x-none" b="1" dirty="0">
                <a:solidFill>
                  <a:srgbClr val="002060"/>
                </a:solidFill>
                <a:latin typeface="Times New Roman" panose="02020603050405020304" pitchFamily="18" charset="0"/>
              </a:rPr>
              <a:t>cryptographic hash function:</a:t>
            </a:r>
            <a:r>
              <a:rPr lang="en-US" altLang="x-none" b="1" baseline="0" dirty="0">
                <a:solidFill>
                  <a:srgbClr val="002060"/>
                </a:solidFill>
                <a:latin typeface="Times New Roman" panose="02020603050405020304" pitchFamily="18" charset="0"/>
              </a:rPr>
              <a:t> </a:t>
            </a:r>
            <a:r>
              <a:rPr lang="en-US" altLang="x-none" b="1" dirty="0">
                <a:solidFill>
                  <a:srgbClr val="002060"/>
                </a:solidFill>
                <a:latin typeface="Times New Roman" panose="02020603050405020304" pitchFamily="18" charset="0"/>
              </a:rPr>
              <a:t>hash function</a:t>
            </a:r>
            <a:r>
              <a:rPr lang="en-US" altLang="x-none" dirty="0">
                <a:solidFill>
                  <a:srgbClr val="002060"/>
                </a:solidFill>
                <a:latin typeface="Times New Roman" panose="02020603050405020304" pitchFamily="18" charset="0"/>
              </a:rPr>
              <a:t> which takes an input (or 'message') and returns a fixed-size alphanumeric string, which is called the </a:t>
            </a:r>
            <a:r>
              <a:rPr lang="en-US" altLang="x-none" b="1" dirty="0">
                <a:solidFill>
                  <a:srgbClr val="002060"/>
                </a:solidFill>
                <a:latin typeface="Times New Roman" panose="02020603050405020304" pitchFamily="18" charset="0"/>
              </a:rPr>
              <a:t>hash</a:t>
            </a:r>
            <a:r>
              <a:rPr lang="en-US" altLang="x-none" dirty="0">
                <a:solidFill>
                  <a:srgbClr val="002060"/>
                </a:solidFill>
                <a:latin typeface="Times New Roman" panose="02020603050405020304" pitchFamily="18" charset="0"/>
              </a:rPr>
              <a:t> value (sometimes called a </a:t>
            </a:r>
            <a:r>
              <a:rPr lang="en-US" altLang="x-none" u="sng" dirty="0">
                <a:solidFill>
                  <a:srgbClr val="002060"/>
                </a:solidFill>
                <a:latin typeface="Times New Roman" panose="02020603050405020304" pitchFamily="18" charset="0"/>
              </a:rPr>
              <a:t>message digest</a:t>
            </a:r>
            <a:r>
              <a:rPr lang="en-US" altLang="x-none" dirty="0">
                <a:solidFill>
                  <a:srgbClr val="002060"/>
                </a:solidFill>
                <a:latin typeface="Times New Roman" panose="02020603050405020304" pitchFamily="18" charset="0"/>
              </a:rPr>
              <a:t>, a digital fingerprint, a digest or a checksum).</a:t>
            </a:r>
          </a:p>
        </p:txBody>
      </p:sp>
    </p:spTree>
    <p:extLst>
      <p:ext uri="{BB962C8B-B14F-4D97-AF65-F5344CB8AC3E}">
        <p14:creationId xmlns:p14="http://schemas.microsoft.com/office/powerpoint/2010/main" val="29474165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Title 1"/>
          <p:cNvSpPr>
            <a:spLocks noGrp="1"/>
          </p:cNvSpPr>
          <p:nvPr>
            <p:ph type="ctrTitle"/>
          </p:nvPr>
        </p:nvSpPr>
        <p:spPr>
          <a:xfrm>
            <a:off x="914400" y="533400"/>
            <a:ext cx="7848600" cy="304800"/>
          </a:xfrm>
          <a:ln/>
        </p:spPr>
        <p:txBody>
          <a:bodyPr vert="horz" wrap="square" lIns="91440" tIns="45720" rIns="91440" bIns="45720" anchor="ctr" anchorCtr="0"/>
          <a:lstStyle/>
          <a:p>
            <a:pPr>
              <a:buClrTx/>
              <a:buSzTx/>
              <a:buFontTx/>
              <a:buNone/>
            </a:pPr>
            <a:r>
              <a:rPr lang="en-US" altLang="x-none" sz="2800" dirty="0">
                <a:latin typeface="Times New Roman" panose="02020603050405020304" pitchFamily="18" charset="0"/>
                <a:cs typeface="Times New Roman" panose="02020603050405020304" pitchFamily="18" charset="0"/>
              </a:rPr>
              <a:t>HMAC Design Objectives</a:t>
            </a:r>
            <a:endParaRPr lang="en-US" altLang="x-none" sz="2800" dirty="0">
              <a:latin typeface="Times New Roman" panose="02020603050405020304" pitchFamily="18" charset="0"/>
              <a:ea typeface="Times New Roman" panose="02020603050405020304" pitchFamily="18" charset="0"/>
            </a:endParaRPr>
          </a:p>
        </p:txBody>
      </p:sp>
      <p:sp>
        <p:nvSpPr>
          <p:cNvPr id="94211" name="Subtitle 2"/>
          <p:cNvSpPr>
            <a:spLocks noGrp="1"/>
          </p:cNvSpPr>
          <p:nvPr>
            <p:ph type="subTitle" idx="1"/>
          </p:nvPr>
        </p:nvSpPr>
        <p:spPr>
          <a:xfrm>
            <a:off x="685800" y="1143000"/>
            <a:ext cx="7696200" cy="5181600"/>
          </a:xfrm>
          <a:ln/>
        </p:spPr>
        <p:txBody>
          <a:bodyPr vert="horz" wrap="square" lIns="91440" tIns="45720" rIns="91440" bIns="45720" anchor="t" anchorCtr="0"/>
          <a:lstStyle/>
          <a:p>
            <a:pPr algn="l">
              <a:buClrTx/>
              <a:buSzTx/>
              <a:buFont typeface="Arial" panose="020B0604020202020204" pitchFamily="34" charset="0"/>
              <a:buChar char="•"/>
            </a:pPr>
            <a:r>
              <a:rPr lang="en-US" altLang="x-none" sz="2000" kern="1200" dirty="0">
                <a:solidFill>
                  <a:schemeClr val="tx1"/>
                </a:solidFill>
                <a:latin typeface="Times New Roman" panose="02020603050405020304" pitchFamily="18" charset="0"/>
                <a:ea typeface="+mn-ea"/>
                <a:cs typeface="Times New Roman" panose="02020603050405020304" pitchFamily="18" charset="0"/>
              </a:rPr>
              <a:t>To use without modifications, available hash functions-in particular, hash functions that perform well in software, and for which code is freely and widely available.</a:t>
            </a:r>
          </a:p>
          <a:p>
            <a:pPr algn="l">
              <a:buClrTx/>
              <a:buSzTx/>
            </a:pPr>
            <a:endParaRPr lang="en-US" altLang="x-none" sz="2000" kern="1200" dirty="0">
              <a:solidFill>
                <a:schemeClr val="tx1"/>
              </a:solidFill>
              <a:latin typeface="Times New Roman" panose="02020603050405020304" pitchFamily="18" charset="0"/>
              <a:ea typeface="+mn-ea"/>
              <a:cs typeface="Times New Roman" panose="02020603050405020304" pitchFamily="18" charset="0"/>
            </a:endParaRPr>
          </a:p>
          <a:p>
            <a:pPr algn="l">
              <a:buClrTx/>
              <a:buSzTx/>
              <a:buFont typeface="Arial" panose="020B0604020202020204" pitchFamily="34" charset="0"/>
              <a:buChar char="•"/>
            </a:pPr>
            <a:r>
              <a:rPr lang="en-US" altLang="x-none" sz="2000" kern="1200" dirty="0">
                <a:solidFill>
                  <a:schemeClr val="tx1"/>
                </a:solidFill>
                <a:latin typeface="Times New Roman" panose="02020603050405020304" pitchFamily="18" charset="0"/>
                <a:ea typeface="+mn-ea"/>
                <a:cs typeface="Times New Roman" panose="02020603050405020304" pitchFamily="18" charset="0"/>
              </a:rPr>
              <a:t>To  allow for easy replaceability of the embedded hash functions in case faster or more secure hash functions are found or required.</a:t>
            </a:r>
          </a:p>
          <a:p>
            <a:pPr algn="l">
              <a:buClrTx/>
              <a:buSzTx/>
            </a:pPr>
            <a:endParaRPr lang="en-US" altLang="x-none" sz="2000" kern="1200" dirty="0">
              <a:solidFill>
                <a:schemeClr val="tx1"/>
              </a:solidFill>
              <a:latin typeface="Times New Roman" panose="02020603050405020304" pitchFamily="18" charset="0"/>
              <a:ea typeface="+mn-ea"/>
              <a:cs typeface="Times New Roman" panose="02020603050405020304" pitchFamily="18" charset="0"/>
            </a:endParaRPr>
          </a:p>
          <a:p>
            <a:pPr algn="l">
              <a:buClrTx/>
              <a:buSzTx/>
              <a:buFont typeface="Arial" panose="020B0604020202020204" pitchFamily="34" charset="0"/>
              <a:buChar char="•"/>
            </a:pPr>
            <a:r>
              <a:rPr lang="en-US" altLang="x-none" sz="2000" kern="1200" dirty="0">
                <a:solidFill>
                  <a:schemeClr val="tx1"/>
                </a:solidFill>
                <a:latin typeface="Times New Roman" panose="02020603050405020304" pitchFamily="18" charset="0"/>
                <a:ea typeface="+mn-ea"/>
                <a:cs typeface="Times New Roman" panose="02020603050405020304" pitchFamily="18" charset="0"/>
              </a:rPr>
              <a:t>To preserve the original performance of the hash functions without incurring a significant degradation.</a:t>
            </a:r>
          </a:p>
          <a:p>
            <a:pPr algn="l">
              <a:buClrTx/>
              <a:buSzTx/>
            </a:pPr>
            <a:endParaRPr lang="en-US" altLang="x-none" sz="2000" kern="1200" dirty="0">
              <a:solidFill>
                <a:schemeClr val="tx1"/>
              </a:solidFill>
              <a:latin typeface="Times New Roman" panose="02020603050405020304" pitchFamily="18" charset="0"/>
              <a:ea typeface="+mn-ea"/>
              <a:cs typeface="Times New Roman" panose="02020603050405020304" pitchFamily="18" charset="0"/>
            </a:endParaRPr>
          </a:p>
          <a:p>
            <a:pPr algn="l">
              <a:buClrTx/>
              <a:buSzTx/>
              <a:buFont typeface="Arial" panose="020B0604020202020204" pitchFamily="34" charset="0"/>
              <a:buChar char="•"/>
            </a:pPr>
            <a:r>
              <a:rPr lang="en-US" altLang="x-none" sz="2000" kern="1200" dirty="0">
                <a:solidFill>
                  <a:schemeClr val="tx1"/>
                </a:solidFill>
                <a:latin typeface="Times New Roman" panose="02020603050405020304" pitchFamily="18" charset="0"/>
                <a:ea typeface="+mn-ea"/>
                <a:cs typeface="Times New Roman" panose="02020603050405020304" pitchFamily="18" charset="0"/>
              </a:rPr>
              <a:t>To use and handle keys in a simple way.</a:t>
            </a:r>
          </a:p>
          <a:p>
            <a:pPr algn="l">
              <a:buClrTx/>
              <a:buSzTx/>
            </a:pPr>
            <a:endParaRPr lang="en-US" altLang="x-none" sz="2000" kern="1200" dirty="0">
              <a:solidFill>
                <a:schemeClr val="tx1"/>
              </a:solidFill>
              <a:latin typeface="Times New Roman" panose="02020603050405020304" pitchFamily="18" charset="0"/>
              <a:ea typeface="+mn-ea"/>
              <a:cs typeface="Times New Roman" panose="02020603050405020304" pitchFamily="18" charset="0"/>
            </a:endParaRPr>
          </a:p>
          <a:p>
            <a:pPr algn="l">
              <a:buClrTx/>
              <a:buSzTx/>
              <a:buFont typeface="Arial" panose="020B0604020202020204" pitchFamily="34" charset="0"/>
              <a:buChar char="•"/>
            </a:pPr>
            <a:r>
              <a:rPr lang="en-US" altLang="x-none" sz="2000" kern="1200" dirty="0">
                <a:solidFill>
                  <a:schemeClr val="tx1"/>
                </a:solidFill>
                <a:latin typeface="Times New Roman" panose="02020603050405020304" pitchFamily="18" charset="0"/>
                <a:ea typeface="+mn-ea"/>
                <a:cs typeface="Times New Roman" panose="02020603050405020304" pitchFamily="18" charset="0"/>
              </a:rPr>
              <a:t>To have a well understood cryptographic analysis of the strength of the authentication mechanism based on reasonable assumptions about embedded hash function.</a:t>
            </a:r>
            <a:endParaRPr lang="en-US" altLang="x-none" sz="2000" kern="1200" dirty="0">
              <a:solidFill>
                <a:schemeClr val="tx1"/>
              </a:solidFill>
              <a:latin typeface="Times New Roman" panose="02020603050405020304" pitchFamily="18" charset="0"/>
              <a:ea typeface="Times New Roman" panose="02020603050405020304" pitchFamily="18" charset="0"/>
              <a:cs typeface="+mn-cs"/>
            </a:endParaRPr>
          </a:p>
        </p:txBody>
      </p:sp>
    </p:spTree>
    <p:extLst>
      <p:ext uri="{BB962C8B-B14F-4D97-AF65-F5344CB8AC3E}">
        <p14:creationId xmlns:p14="http://schemas.microsoft.com/office/powerpoint/2010/main" val="5717448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a:xfrm>
            <a:off x="685800" y="228600"/>
            <a:ext cx="7772400" cy="1143000"/>
          </a:xfrm>
          <a:prstGeom prst="rect">
            <a:avLst/>
          </a:prstGeom>
        </p:spPr>
        <p:txBody>
          <a:bodyPr/>
          <a:lstStyle/>
          <a:p>
            <a:pPr marR="0" algn="ctr" defTabSz="914400" eaLnBrk="0" hangingPunct="0">
              <a:buClrTx/>
              <a:buSzTx/>
              <a:buFontTx/>
              <a:buNone/>
              <a:defRPr/>
            </a:pPr>
            <a:r>
              <a:rPr kumimoji="0" lang="sv-SE" sz="4400" kern="0" cap="none" spc="0" normalizeH="0" baseline="0" noProof="0" dirty="0">
                <a:solidFill>
                  <a:schemeClr val="tx2"/>
                </a:solidFill>
                <a:latin typeface="Comic Sans MS" panose="030F0702030302020204" pitchFamily="66" charset="0"/>
                <a:ea typeface="+mj-ea"/>
                <a:cs typeface="+mj-cs"/>
              </a:rPr>
              <a:t>HMAC Structure</a:t>
            </a:r>
            <a:endParaRPr kumimoji="0" lang="en-GB" sz="4400" kern="0" cap="none" spc="0" normalizeH="0" baseline="0" noProof="0" dirty="0">
              <a:solidFill>
                <a:schemeClr val="tx2"/>
              </a:solidFill>
              <a:latin typeface="Comic Sans MS" panose="030F0702030302020204" pitchFamily="66" charset="0"/>
              <a:ea typeface="+mj-ea"/>
              <a:cs typeface="+mj-cs"/>
            </a:endParaRPr>
          </a:p>
        </p:txBody>
      </p:sp>
      <p:pic>
        <p:nvPicPr>
          <p:cNvPr id="95235" name="Picture 4" descr="&#10;Picture 17                                                     00000002_x0007_JAC-HG4                        ABA78158:"/>
          <p:cNvPicPr>
            <a:picLocks noChangeAspect="1"/>
          </p:cNvPicPr>
          <p:nvPr/>
        </p:nvPicPr>
        <p:blipFill>
          <a:blip r:embed="rId2"/>
          <a:stretch>
            <a:fillRect/>
          </a:stretch>
        </p:blipFill>
        <p:spPr>
          <a:xfrm>
            <a:off x="2133600" y="914400"/>
            <a:ext cx="6324600" cy="5715000"/>
          </a:xfrm>
          <a:prstGeom prst="rect">
            <a:avLst/>
          </a:prstGeom>
          <a:noFill/>
          <a:ln w="9525">
            <a:noFill/>
          </a:ln>
        </p:spPr>
      </p:pic>
    </p:spTree>
    <p:extLst>
      <p:ext uri="{BB962C8B-B14F-4D97-AF65-F5344CB8AC3E}">
        <p14:creationId xmlns:p14="http://schemas.microsoft.com/office/powerpoint/2010/main" val="6086441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p:nvPr/>
        </p:nvSpPr>
        <p:spPr>
          <a:xfrm>
            <a:off x="304800" y="228600"/>
            <a:ext cx="8534400" cy="6400800"/>
          </a:xfrm>
          <a:prstGeom prst="rect">
            <a:avLst/>
          </a:prstGeom>
        </p:spPr>
        <p:txBody>
          <a:bodyPr/>
          <a:lstStyle/>
          <a:p>
            <a:pPr marL="342900" indent="-342900" eaLnBrk="0" hangingPunct="0">
              <a:spcBef>
                <a:spcPct val="20000"/>
              </a:spcBef>
              <a:buNone/>
            </a:pPr>
            <a:r>
              <a:rPr lang="en-US" altLang="x-none" sz="2200" baseline="0" dirty="0">
                <a:latin typeface="Times New Roman" panose="02020603050405020304" pitchFamily="18" charset="0"/>
                <a:cs typeface="Times New Roman" panose="02020603050405020304" pitchFamily="18" charset="0"/>
              </a:rPr>
              <a:t>H = embedded hash function (e.g., SHA-1)</a:t>
            </a:r>
          </a:p>
          <a:p>
            <a:pPr marL="342900" indent="-342900" eaLnBrk="0" hangingPunct="0">
              <a:spcBef>
                <a:spcPct val="20000"/>
              </a:spcBef>
              <a:buNone/>
            </a:pPr>
            <a:r>
              <a:rPr lang="en-US" altLang="x-none" sz="2200" baseline="0" dirty="0">
                <a:latin typeface="Times New Roman" panose="02020603050405020304" pitchFamily="18" charset="0"/>
                <a:cs typeface="Times New Roman" panose="02020603050405020304" pitchFamily="18" charset="0"/>
              </a:rPr>
              <a:t>IV= initial value input to hash function</a:t>
            </a:r>
          </a:p>
          <a:p>
            <a:pPr marL="342900" indent="-342900" eaLnBrk="0" hangingPunct="0">
              <a:spcBef>
                <a:spcPct val="20000"/>
              </a:spcBef>
              <a:buNone/>
            </a:pPr>
            <a:r>
              <a:rPr lang="en-US" altLang="x-none" sz="2200" baseline="0" dirty="0">
                <a:latin typeface="Times New Roman" panose="02020603050405020304" pitchFamily="18" charset="0"/>
                <a:cs typeface="Times New Roman" panose="02020603050405020304" pitchFamily="18" charset="0"/>
              </a:rPr>
              <a:t>M = message input to HMAC (including the padding specified in the embedded hash function)</a:t>
            </a:r>
          </a:p>
          <a:p>
            <a:pPr marL="342900" indent="-342900" eaLnBrk="0" hangingPunct="0">
              <a:spcBef>
                <a:spcPct val="20000"/>
              </a:spcBef>
              <a:buNone/>
            </a:pPr>
            <a:r>
              <a:rPr lang="en-US" altLang="x-none" sz="2200" baseline="0" dirty="0">
                <a:latin typeface="Times New Roman" panose="02020603050405020304" pitchFamily="18" charset="0"/>
                <a:cs typeface="Times New Roman" panose="02020603050405020304" pitchFamily="18" charset="0"/>
              </a:rPr>
              <a:t>Y</a:t>
            </a:r>
            <a:r>
              <a:rPr lang="en-US" altLang="x-none" sz="2200" baseline="-25000" dirty="0">
                <a:latin typeface="Times New Roman" panose="02020603050405020304" pitchFamily="18" charset="0"/>
                <a:cs typeface="Times New Roman" panose="02020603050405020304" pitchFamily="18" charset="0"/>
              </a:rPr>
              <a:t>i </a:t>
            </a:r>
            <a:r>
              <a:rPr lang="en-US" altLang="x-none" sz="2200" baseline="0" dirty="0">
                <a:latin typeface="Times New Roman" panose="02020603050405020304" pitchFamily="18" charset="0"/>
                <a:cs typeface="Times New Roman" panose="02020603050405020304" pitchFamily="18" charset="0"/>
              </a:rPr>
              <a:t> = i th block of M, 0 ≤ i ≤ (L-1)</a:t>
            </a:r>
          </a:p>
          <a:p>
            <a:pPr marL="342900" indent="-342900" eaLnBrk="0" hangingPunct="0">
              <a:spcBef>
                <a:spcPct val="20000"/>
              </a:spcBef>
              <a:buNone/>
            </a:pPr>
            <a:r>
              <a:rPr lang="en-US" altLang="x-none" sz="2200" baseline="0" dirty="0">
                <a:latin typeface="Times New Roman" panose="02020603050405020304" pitchFamily="18" charset="0"/>
                <a:cs typeface="Times New Roman" panose="02020603050405020304" pitchFamily="18" charset="0"/>
              </a:rPr>
              <a:t>L = number of blocks in M</a:t>
            </a:r>
          </a:p>
          <a:p>
            <a:pPr marL="342900" indent="-342900" eaLnBrk="0" hangingPunct="0">
              <a:spcBef>
                <a:spcPct val="20000"/>
              </a:spcBef>
              <a:buNone/>
            </a:pPr>
            <a:r>
              <a:rPr lang="en-US" altLang="x-none" sz="2200" baseline="0" dirty="0">
                <a:latin typeface="Times New Roman" panose="02020603050405020304" pitchFamily="18" charset="0"/>
                <a:cs typeface="Times New Roman" panose="02020603050405020304" pitchFamily="18" charset="0"/>
              </a:rPr>
              <a:t>b = number of bits in a block</a:t>
            </a:r>
          </a:p>
          <a:p>
            <a:pPr marL="342900" indent="-342900" eaLnBrk="0" hangingPunct="0">
              <a:spcBef>
                <a:spcPct val="20000"/>
              </a:spcBef>
              <a:buNone/>
            </a:pPr>
            <a:r>
              <a:rPr lang="en-US" altLang="x-none" sz="2200" baseline="0" dirty="0">
                <a:latin typeface="Times New Roman" panose="02020603050405020304" pitchFamily="18" charset="0"/>
                <a:cs typeface="Times New Roman" panose="02020603050405020304" pitchFamily="18" charset="0"/>
              </a:rPr>
              <a:t>n = length of hash code produced by embedded hash function</a:t>
            </a:r>
          </a:p>
          <a:p>
            <a:pPr marL="342900" indent="-342900" eaLnBrk="0" hangingPunct="0">
              <a:spcBef>
                <a:spcPct val="20000"/>
              </a:spcBef>
              <a:buNone/>
            </a:pPr>
            <a:r>
              <a:rPr lang="en-US" altLang="x-none" sz="2200" baseline="0" dirty="0">
                <a:latin typeface="Times New Roman" panose="02020603050405020304" pitchFamily="18" charset="0"/>
                <a:cs typeface="Times New Roman" panose="02020603050405020304" pitchFamily="18" charset="0"/>
              </a:rPr>
              <a:t>K = secret key; if key&gt;b;the key is input to hash fun to produce an n-bit key:recommended length is &gt;=n.</a:t>
            </a:r>
          </a:p>
          <a:p>
            <a:pPr marL="342900" indent="-342900" eaLnBrk="0" hangingPunct="0">
              <a:spcBef>
                <a:spcPct val="20000"/>
              </a:spcBef>
              <a:buNone/>
            </a:pPr>
            <a:r>
              <a:rPr lang="en-US" altLang="x-none" sz="2200" baseline="0" dirty="0">
                <a:latin typeface="Times New Roman" panose="02020603050405020304" pitchFamily="18" charset="0"/>
                <a:cs typeface="Times New Roman" panose="02020603050405020304" pitchFamily="18" charset="0"/>
              </a:rPr>
              <a:t>K</a:t>
            </a:r>
            <a:r>
              <a:rPr lang="en-US" altLang="x-none" sz="2200" dirty="0">
                <a:latin typeface="Times New Roman" panose="02020603050405020304" pitchFamily="18" charset="0"/>
                <a:cs typeface="Times New Roman" panose="02020603050405020304" pitchFamily="18" charset="0"/>
              </a:rPr>
              <a:t>+</a:t>
            </a:r>
            <a:r>
              <a:rPr lang="en-US" altLang="x-none" sz="2200" baseline="0" dirty="0">
                <a:latin typeface="Times New Roman" panose="02020603050405020304" pitchFamily="18" charset="0"/>
                <a:cs typeface="Times New Roman" panose="02020603050405020304" pitchFamily="18" charset="0"/>
              </a:rPr>
              <a:t> = K padded with zeros on the left so that the result is b bits in length </a:t>
            </a:r>
          </a:p>
          <a:p>
            <a:pPr marL="342900" indent="-342900" eaLnBrk="0" hangingPunct="0">
              <a:spcBef>
                <a:spcPct val="20000"/>
              </a:spcBef>
              <a:buNone/>
            </a:pPr>
            <a:r>
              <a:rPr lang="en-US" altLang="x-none" sz="2200" baseline="0" dirty="0">
                <a:latin typeface="Times New Roman" panose="02020603050405020304" pitchFamily="18" charset="0"/>
                <a:cs typeface="Times New Roman" panose="02020603050405020304" pitchFamily="18" charset="0"/>
              </a:rPr>
              <a:t>ipad = 00110110 (36 in hexadecimal) repeated b/8 times</a:t>
            </a:r>
          </a:p>
          <a:p>
            <a:pPr marL="342900" indent="-342900" eaLnBrk="0" hangingPunct="0">
              <a:spcBef>
                <a:spcPct val="20000"/>
              </a:spcBef>
              <a:buNone/>
            </a:pPr>
            <a:r>
              <a:rPr lang="en-US" altLang="x-none" sz="2200" baseline="0" dirty="0">
                <a:latin typeface="Times New Roman" panose="02020603050405020304" pitchFamily="18" charset="0"/>
                <a:cs typeface="Times New Roman" panose="02020603050405020304" pitchFamily="18" charset="0"/>
              </a:rPr>
              <a:t>opad = 01011100 (5C in hexadecimal) repeated b/8 times</a:t>
            </a:r>
          </a:p>
          <a:p>
            <a:pPr marL="342900" indent="-342900" eaLnBrk="0" hangingPunct="0">
              <a:spcBef>
                <a:spcPct val="20000"/>
              </a:spcBef>
              <a:buNone/>
            </a:pPr>
            <a:r>
              <a:rPr lang="en-US" altLang="x-none" sz="2200" baseline="0" dirty="0">
                <a:latin typeface="Times New Roman" panose="02020603050405020304" pitchFamily="18" charset="0"/>
                <a:cs typeface="Times New Roman" panose="02020603050405020304" pitchFamily="18" charset="0"/>
              </a:rPr>
              <a:t>Then HMAC can be expressed as follows:</a:t>
            </a:r>
          </a:p>
          <a:p>
            <a:pPr marL="342900" indent="-342900" eaLnBrk="0" hangingPunct="0">
              <a:spcBef>
                <a:spcPct val="20000"/>
              </a:spcBef>
              <a:buChar char="•"/>
            </a:pPr>
            <a:r>
              <a:rPr lang="en-US" altLang="x-none" sz="2200" baseline="0" dirty="0">
                <a:latin typeface="Times New Roman" panose="02020603050405020304" pitchFamily="18" charset="0"/>
                <a:cs typeface="Times New Roman" panose="02020603050405020304" pitchFamily="18" charset="0"/>
              </a:rPr>
              <a:t>        </a:t>
            </a:r>
            <a:r>
              <a:rPr lang="en-US" altLang="x-none" sz="2200" baseline="0" dirty="0">
                <a:solidFill>
                  <a:srgbClr val="FF0000"/>
                </a:solidFill>
                <a:latin typeface="Times New Roman" panose="02020603050405020304" pitchFamily="18" charset="0"/>
                <a:cs typeface="Times New Roman" panose="02020603050405020304" pitchFamily="18" charset="0"/>
              </a:rPr>
              <a:t>HMAC</a:t>
            </a:r>
            <a:r>
              <a:rPr lang="en-US" altLang="x-none" sz="2200" baseline="-25000" dirty="0">
                <a:solidFill>
                  <a:srgbClr val="FF0000"/>
                </a:solidFill>
                <a:latin typeface="Times New Roman" panose="02020603050405020304" pitchFamily="18" charset="0"/>
                <a:cs typeface="Times New Roman" panose="02020603050405020304" pitchFamily="18" charset="0"/>
              </a:rPr>
              <a:t>k</a:t>
            </a:r>
            <a:r>
              <a:rPr lang="en-US" altLang="x-none" sz="2200" baseline="0" dirty="0">
                <a:solidFill>
                  <a:srgbClr val="FF0000"/>
                </a:solidFill>
                <a:latin typeface="Times New Roman" panose="02020603050405020304" pitchFamily="18" charset="0"/>
                <a:cs typeface="Times New Roman" panose="02020603050405020304" pitchFamily="18" charset="0"/>
              </a:rPr>
              <a:t> = H[(K</a:t>
            </a:r>
            <a:r>
              <a:rPr lang="en-US" altLang="x-none" sz="2200" dirty="0">
                <a:solidFill>
                  <a:srgbClr val="FF0000"/>
                </a:solidFill>
                <a:latin typeface="Times New Roman" panose="02020603050405020304" pitchFamily="18" charset="0"/>
                <a:cs typeface="Times New Roman" panose="02020603050405020304" pitchFamily="18" charset="0"/>
              </a:rPr>
              <a:t>+ </a:t>
            </a:r>
            <a:r>
              <a:rPr lang="en-US" altLang="x-none" sz="2200" baseline="0" dirty="0">
                <a:solidFill>
                  <a:srgbClr val="FF0000"/>
                </a:solidFill>
                <a:latin typeface="Times New Roman" panose="02020603050405020304" pitchFamily="18" charset="0"/>
                <a:cs typeface="Times New Roman" panose="02020603050405020304" pitchFamily="18" charset="0"/>
              </a:rPr>
              <a:t>    opad) || H[(K</a:t>
            </a:r>
            <a:r>
              <a:rPr lang="en-US" altLang="x-none" sz="2200" dirty="0">
                <a:solidFill>
                  <a:srgbClr val="FF0000"/>
                </a:solidFill>
                <a:latin typeface="Times New Roman" panose="02020603050405020304" pitchFamily="18" charset="0"/>
                <a:cs typeface="Times New Roman" panose="02020603050405020304" pitchFamily="18" charset="0"/>
              </a:rPr>
              <a:t>+ </a:t>
            </a:r>
            <a:r>
              <a:rPr lang="en-US" altLang="x-none" sz="2200" baseline="0" dirty="0">
                <a:solidFill>
                  <a:srgbClr val="FF0000"/>
                </a:solidFill>
                <a:latin typeface="Times New Roman" panose="02020603050405020304" pitchFamily="18" charset="0"/>
                <a:cs typeface="Times New Roman" panose="02020603050405020304" pitchFamily="18" charset="0"/>
              </a:rPr>
              <a:t>    ipad) || M]]</a:t>
            </a:r>
          </a:p>
          <a:p>
            <a:pPr marL="342900" indent="-342900" eaLnBrk="0" hangingPunct="0">
              <a:spcBef>
                <a:spcPct val="20000"/>
              </a:spcBef>
              <a:buNone/>
            </a:pPr>
            <a:endParaRPr lang="en-US" altLang="x-none" sz="2200" baseline="0" dirty="0">
              <a:latin typeface="Times New Roman" panose="02020603050405020304" pitchFamily="18" charset="0"/>
              <a:cs typeface="Times New Roman" panose="02020603050405020304" pitchFamily="18" charset="0"/>
            </a:endParaRPr>
          </a:p>
          <a:p>
            <a:pPr marL="342900" indent="-342900" eaLnBrk="0" hangingPunct="0">
              <a:spcBef>
                <a:spcPct val="20000"/>
              </a:spcBef>
              <a:buNone/>
            </a:pPr>
            <a:endParaRPr lang="en-US" altLang="x-none" baseline="0" dirty="0">
              <a:latin typeface="Comic Sans MS" panose="030F0702030302020204" pitchFamily="66" charset="0"/>
            </a:endParaRPr>
          </a:p>
        </p:txBody>
      </p:sp>
      <p:pic>
        <p:nvPicPr>
          <p:cNvPr id="96259" name="Picture 5" descr="\oplus"/>
          <p:cNvPicPr>
            <a:picLocks noChangeAspect="1"/>
          </p:cNvPicPr>
          <p:nvPr/>
        </p:nvPicPr>
        <p:blipFill>
          <a:blip r:embed="rId2"/>
          <a:stretch>
            <a:fillRect/>
          </a:stretch>
        </p:blipFill>
        <p:spPr>
          <a:xfrm>
            <a:off x="3200400" y="5943600"/>
            <a:ext cx="228600" cy="152400"/>
          </a:xfrm>
          <a:prstGeom prst="rect">
            <a:avLst/>
          </a:prstGeom>
          <a:noFill/>
          <a:ln w="9525">
            <a:noFill/>
          </a:ln>
        </p:spPr>
      </p:pic>
      <p:pic>
        <p:nvPicPr>
          <p:cNvPr id="96260" name="Picture 5" descr="\oplus"/>
          <p:cNvPicPr>
            <a:picLocks noChangeAspect="1"/>
          </p:cNvPicPr>
          <p:nvPr/>
        </p:nvPicPr>
        <p:blipFill>
          <a:blip r:embed="rId2"/>
          <a:stretch>
            <a:fillRect/>
          </a:stretch>
        </p:blipFill>
        <p:spPr>
          <a:xfrm>
            <a:off x="5105400" y="5867400"/>
            <a:ext cx="228600" cy="152400"/>
          </a:xfrm>
          <a:prstGeom prst="rect">
            <a:avLst/>
          </a:prstGeom>
          <a:noFill/>
          <a:ln w="9525">
            <a:noFill/>
          </a:ln>
        </p:spPr>
      </p:pic>
    </p:spTree>
    <p:extLst>
      <p:ext uri="{BB962C8B-B14F-4D97-AF65-F5344CB8AC3E}">
        <p14:creationId xmlns:p14="http://schemas.microsoft.com/office/powerpoint/2010/main" val="26331687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p:nvPr/>
        </p:nvSpPr>
        <p:spPr>
          <a:xfrm>
            <a:off x="228600" y="152400"/>
            <a:ext cx="8610600" cy="6248400"/>
          </a:xfrm>
          <a:prstGeom prst="rect">
            <a:avLst/>
          </a:prstGeom>
        </p:spPr>
        <p:txBody>
          <a:bodyPr/>
          <a:lstStyle/>
          <a:p>
            <a:pPr marL="342900" marR="0" indent="-342900" defTabSz="914400" eaLnBrk="0" hangingPunct="0">
              <a:spcBef>
                <a:spcPct val="20000"/>
              </a:spcBef>
              <a:buClrTx/>
              <a:buSzTx/>
              <a:buFontTx/>
              <a:buChar char="•"/>
              <a:defRPr/>
            </a:pPr>
            <a:r>
              <a:rPr kumimoji="0" lang="en-US" sz="2800" b="1" u="sng" kern="0" cap="none" spc="0" normalizeH="0" baseline="0" noProof="0" dirty="0">
                <a:latin typeface="Comic Sans MS" panose="030F0702030302020204" pitchFamily="66" charset="0"/>
                <a:ea typeface="+mn-ea"/>
                <a:cs typeface="+mn-cs"/>
              </a:rPr>
              <a:t>HMAC Algorithm</a:t>
            </a:r>
          </a:p>
          <a:p>
            <a:pPr marL="342900" marR="0" indent="-342900" defTabSz="914400" eaLnBrk="0" hangingPunct="0">
              <a:spcBef>
                <a:spcPct val="20000"/>
              </a:spcBef>
              <a:buClrTx/>
              <a:buSzTx/>
              <a:buFontTx/>
              <a:buNone/>
              <a:defRPr/>
            </a:pPr>
            <a:r>
              <a:rPr kumimoji="0" lang="en-US" sz="2800" kern="0" cap="none" spc="0" normalizeH="0" baseline="0" noProof="0" dirty="0">
                <a:latin typeface="Comic Sans MS" panose="030F0702030302020204" pitchFamily="66" charset="0"/>
                <a:ea typeface="+mn-ea"/>
                <a:cs typeface="+mn-cs"/>
              </a:rPr>
              <a:t>1.Append zeros to the left end of K to create a b-bit string K</a:t>
            </a:r>
            <a:r>
              <a:rPr kumimoji="0" lang="en-US" sz="2800" kern="0" cap="none" spc="0" normalizeH="0" baseline="30000" noProof="0" dirty="0">
                <a:latin typeface="Comic Sans MS" panose="030F0702030302020204" pitchFamily="66" charset="0"/>
                <a:ea typeface="+mn-ea"/>
                <a:cs typeface="+mn-cs"/>
              </a:rPr>
              <a:t>+</a:t>
            </a:r>
            <a:r>
              <a:rPr kumimoji="0" lang="en-US" sz="2800" kern="0" cap="none" spc="0" normalizeH="0" baseline="0" noProof="0" dirty="0">
                <a:latin typeface="Comic Sans MS" panose="030F0702030302020204" pitchFamily="66" charset="0"/>
                <a:ea typeface="+mn-ea"/>
                <a:cs typeface="+mn-cs"/>
              </a:rPr>
              <a:t> (e.g., if K is of length 160 bits and b=512, then K will be appended with 44 zero bytes 0x00).</a:t>
            </a:r>
          </a:p>
          <a:p>
            <a:pPr marL="342900" marR="0" indent="-342900" defTabSz="914400" eaLnBrk="0" hangingPunct="0">
              <a:spcBef>
                <a:spcPct val="20000"/>
              </a:spcBef>
              <a:buClrTx/>
              <a:buSzTx/>
              <a:buFontTx/>
              <a:buNone/>
              <a:defRPr/>
            </a:pPr>
            <a:r>
              <a:rPr kumimoji="0" lang="en-US" sz="2800" kern="0" cap="none" spc="0" normalizeH="0" baseline="0" noProof="0" dirty="0">
                <a:latin typeface="Comic Sans MS" panose="030F0702030302020204" pitchFamily="66" charset="0"/>
                <a:ea typeface="+mn-ea"/>
                <a:cs typeface="+mn-cs"/>
              </a:rPr>
              <a:t>2.XOR K</a:t>
            </a:r>
            <a:r>
              <a:rPr kumimoji="0" lang="en-US" sz="2800" kern="0" cap="none" spc="0" normalizeH="0" baseline="30000" noProof="0" dirty="0">
                <a:latin typeface="Comic Sans MS" panose="030F0702030302020204" pitchFamily="66" charset="0"/>
                <a:ea typeface="+mn-ea"/>
                <a:cs typeface="+mn-cs"/>
              </a:rPr>
              <a:t>+</a:t>
            </a:r>
            <a:r>
              <a:rPr kumimoji="0" lang="en-US" sz="2800" kern="0" cap="none" spc="0" normalizeH="0" baseline="0" noProof="0" dirty="0">
                <a:latin typeface="Comic Sans MS" panose="030F0702030302020204" pitchFamily="66" charset="0"/>
                <a:ea typeface="+mn-ea"/>
                <a:cs typeface="+mn-cs"/>
              </a:rPr>
              <a:t> with </a:t>
            </a:r>
            <a:r>
              <a:rPr kumimoji="0" lang="en-US" sz="2800" kern="0" cap="none" spc="0" normalizeH="0" baseline="0" noProof="0" dirty="0" err="1">
                <a:latin typeface="Comic Sans MS" panose="030F0702030302020204" pitchFamily="66" charset="0"/>
                <a:ea typeface="+mn-ea"/>
                <a:cs typeface="+mn-cs"/>
              </a:rPr>
              <a:t>ipad</a:t>
            </a:r>
            <a:r>
              <a:rPr kumimoji="0" lang="en-US" sz="2800" kern="0" cap="none" spc="0" normalizeH="0" baseline="0" noProof="0" dirty="0">
                <a:latin typeface="Comic Sans MS" panose="030F0702030302020204" pitchFamily="66" charset="0"/>
                <a:ea typeface="+mn-ea"/>
                <a:cs typeface="+mn-cs"/>
              </a:rPr>
              <a:t> to produce the b-bit block </a:t>
            </a:r>
            <a:r>
              <a:rPr kumimoji="0" lang="en-US" sz="2800" kern="0" cap="none" spc="0" normalizeH="0" baseline="0" noProof="0" dirty="0" err="1">
                <a:latin typeface="Comic Sans MS" panose="030F0702030302020204" pitchFamily="66" charset="0"/>
                <a:ea typeface="+mn-ea"/>
                <a:cs typeface="+mn-cs"/>
              </a:rPr>
              <a:t>s</a:t>
            </a:r>
            <a:r>
              <a:rPr kumimoji="0" lang="en-US" sz="2800" kern="0" cap="none" spc="0" normalizeH="0" baseline="-25000" noProof="0" dirty="0" err="1">
                <a:latin typeface="Comic Sans MS" panose="030F0702030302020204" pitchFamily="66" charset="0"/>
                <a:ea typeface="+mn-ea"/>
                <a:cs typeface="+mn-cs"/>
              </a:rPr>
              <a:t>i</a:t>
            </a:r>
            <a:endParaRPr kumimoji="0" lang="en-US" sz="2800" kern="0" cap="none" spc="0" normalizeH="0" baseline="0" noProof="0" dirty="0">
              <a:latin typeface="Comic Sans MS" panose="030F0702030302020204" pitchFamily="66" charset="0"/>
              <a:ea typeface="+mn-ea"/>
              <a:cs typeface="+mn-cs"/>
            </a:endParaRPr>
          </a:p>
          <a:p>
            <a:pPr marL="342900" marR="0" indent="-342900" defTabSz="914400" eaLnBrk="0" hangingPunct="0">
              <a:spcBef>
                <a:spcPct val="20000"/>
              </a:spcBef>
              <a:buClrTx/>
              <a:buSzTx/>
              <a:buFontTx/>
              <a:buNone/>
              <a:defRPr/>
            </a:pPr>
            <a:r>
              <a:rPr kumimoji="0" lang="en-US" sz="2800" kern="0" cap="none" spc="0" normalizeH="0" baseline="0" noProof="0" dirty="0">
                <a:latin typeface="Comic Sans MS" panose="030F0702030302020204" pitchFamily="66" charset="0"/>
                <a:ea typeface="+mn-ea"/>
                <a:cs typeface="+mn-cs"/>
              </a:rPr>
              <a:t>3.Append M to </a:t>
            </a:r>
            <a:r>
              <a:rPr kumimoji="0" lang="en-US" sz="2800" kern="0" cap="none" spc="0" normalizeH="0" baseline="0" noProof="0" dirty="0" err="1">
                <a:latin typeface="Comic Sans MS" panose="030F0702030302020204" pitchFamily="66" charset="0"/>
                <a:ea typeface="+mn-ea"/>
                <a:cs typeface="+mn-cs"/>
              </a:rPr>
              <a:t>s</a:t>
            </a:r>
            <a:r>
              <a:rPr kumimoji="0" lang="en-US" sz="2800" kern="0" cap="none" spc="0" normalizeH="0" baseline="-25000" noProof="0" dirty="0" err="1">
                <a:latin typeface="Comic Sans MS" panose="030F0702030302020204" pitchFamily="66" charset="0"/>
                <a:ea typeface="+mn-ea"/>
                <a:cs typeface="+mn-cs"/>
              </a:rPr>
              <a:t>i</a:t>
            </a:r>
            <a:endParaRPr kumimoji="0" lang="en-US" sz="2800" kern="0" cap="none" spc="0" normalizeH="0" baseline="-25000" noProof="0" dirty="0">
              <a:latin typeface="Comic Sans MS" panose="030F0702030302020204" pitchFamily="66" charset="0"/>
              <a:ea typeface="+mn-ea"/>
              <a:cs typeface="+mn-cs"/>
            </a:endParaRPr>
          </a:p>
          <a:p>
            <a:pPr marL="342900" marR="0" indent="-342900" defTabSz="914400" eaLnBrk="0" hangingPunct="0">
              <a:spcBef>
                <a:spcPct val="20000"/>
              </a:spcBef>
              <a:buClrTx/>
              <a:buSzTx/>
              <a:buFontTx/>
              <a:buNone/>
              <a:defRPr/>
            </a:pPr>
            <a:r>
              <a:rPr kumimoji="0" lang="en-US" sz="2800" kern="0" cap="none" spc="0" normalizeH="0" baseline="0" noProof="0" dirty="0">
                <a:latin typeface="Comic Sans MS" panose="030F0702030302020204" pitchFamily="66" charset="0"/>
                <a:ea typeface="+mn-ea"/>
                <a:cs typeface="+mn-cs"/>
              </a:rPr>
              <a:t>4.Apply H to the stream generated in step3</a:t>
            </a:r>
          </a:p>
          <a:p>
            <a:pPr marL="342900" marR="0" indent="-342900" defTabSz="914400" eaLnBrk="0" hangingPunct="0">
              <a:spcBef>
                <a:spcPct val="20000"/>
              </a:spcBef>
              <a:buClrTx/>
              <a:buSzTx/>
              <a:buFontTx/>
              <a:buNone/>
              <a:defRPr/>
            </a:pPr>
            <a:r>
              <a:rPr kumimoji="0" lang="en-US" sz="2800" kern="0" cap="none" spc="0" normalizeH="0" baseline="0" noProof="0" dirty="0">
                <a:latin typeface="Comic Sans MS" panose="030F0702030302020204" pitchFamily="66" charset="0"/>
                <a:ea typeface="+mn-ea"/>
                <a:cs typeface="+mn-cs"/>
              </a:rPr>
              <a:t>5.XOR K</a:t>
            </a:r>
            <a:r>
              <a:rPr kumimoji="0" lang="en-US" sz="2800" kern="0" cap="none" spc="0" normalizeH="0" baseline="30000" noProof="0" dirty="0">
                <a:latin typeface="Comic Sans MS" panose="030F0702030302020204" pitchFamily="66" charset="0"/>
                <a:ea typeface="+mn-ea"/>
                <a:cs typeface="+mn-cs"/>
              </a:rPr>
              <a:t>+</a:t>
            </a:r>
            <a:r>
              <a:rPr kumimoji="0" lang="en-US" sz="2800" kern="0" cap="none" spc="0" normalizeH="0" baseline="0" noProof="0" dirty="0">
                <a:latin typeface="Comic Sans MS" panose="030F0702030302020204" pitchFamily="66" charset="0"/>
                <a:ea typeface="+mn-ea"/>
                <a:cs typeface="+mn-cs"/>
              </a:rPr>
              <a:t> with </a:t>
            </a:r>
            <a:r>
              <a:rPr kumimoji="0" lang="en-US" sz="2800" kern="0" cap="none" spc="0" normalizeH="0" baseline="0" noProof="0" dirty="0" err="1">
                <a:latin typeface="Comic Sans MS" panose="030F0702030302020204" pitchFamily="66" charset="0"/>
                <a:ea typeface="+mn-ea"/>
                <a:cs typeface="+mn-cs"/>
              </a:rPr>
              <a:t>opad</a:t>
            </a:r>
            <a:r>
              <a:rPr kumimoji="0" lang="en-US" sz="2800" kern="0" cap="none" spc="0" normalizeH="0" baseline="0" noProof="0" dirty="0">
                <a:latin typeface="Comic Sans MS" panose="030F0702030302020204" pitchFamily="66" charset="0"/>
                <a:ea typeface="+mn-ea"/>
                <a:cs typeface="+mn-cs"/>
              </a:rPr>
              <a:t> to produce the b-bit block s</a:t>
            </a:r>
            <a:r>
              <a:rPr kumimoji="0" lang="en-US" sz="2800" kern="0" cap="none" spc="0" normalizeH="0" baseline="-25000" noProof="0" dirty="0">
                <a:latin typeface="Comic Sans MS" panose="030F0702030302020204" pitchFamily="66" charset="0"/>
                <a:ea typeface="+mn-ea"/>
                <a:cs typeface="+mn-cs"/>
              </a:rPr>
              <a:t>0</a:t>
            </a:r>
            <a:endParaRPr kumimoji="0" lang="en-US" sz="2800" kern="0" cap="none" spc="0" normalizeH="0" baseline="0" noProof="0" dirty="0">
              <a:latin typeface="Comic Sans MS" panose="030F0702030302020204" pitchFamily="66" charset="0"/>
              <a:ea typeface="+mn-ea"/>
              <a:cs typeface="+mn-cs"/>
            </a:endParaRPr>
          </a:p>
          <a:p>
            <a:pPr marL="342900" marR="0" indent="-342900" defTabSz="914400" eaLnBrk="0" hangingPunct="0">
              <a:spcBef>
                <a:spcPct val="20000"/>
              </a:spcBef>
              <a:buClrTx/>
              <a:buSzTx/>
              <a:buFontTx/>
              <a:buNone/>
              <a:defRPr/>
            </a:pPr>
            <a:r>
              <a:rPr kumimoji="0" lang="en-US" sz="2800" kern="0" cap="none" spc="0" normalizeH="0" baseline="0" noProof="0" dirty="0">
                <a:latin typeface="Comic Sans MS" panose="030F0702030302020204" pitchFamily="66" charset="0"/>
                <a:ea typeface="+mn-ea"/>
                <a:cs typeface="+mn-cs"/>
              </a:rPr>
              <a:t>6.Append the hash result from step4 to s</a:t>
            </a:r>
            <a:r>
              <a:rPr kumimoji="0" lang="en-US" sz="2800" kern="0" cap="none" spc="0" normalizeH="0" baseline="-25000" noProof="0" dirty="0">
                <a:latin typeface="Comic Sans MS" panose="030F0702030302020204" pitchFamily="66" charset="0"/>
                <a:ea typeface="+mn-ea"/>
                <a:cs typeface="+mn-cs"/>
              </a:rPr>
              <a:t>0</a:t>
            </a:r>
            <a:endParaRPr kumimoji="0" lang="en-US" sz="2800" kern="0" cap="none" spc="0" normalizeH="0" baseline="0" noProof="0" dirty="0">
              <a:latin typeface="Comic Sans MS" panose="030F0702030302020204" pitchFamily="66" charset="0"/>
              <a:ea typeface="+mn-ea"/>
              <a:cs typeface="+mn-cs"/>
            </a:endParaRPr>
          </a:p>
          <a:p>
            <a:pPr marL="342900" marR="0" indent="-342900" defTabSz="914400" eaLnBrk="0" hangingPunct="0">
              <a:spcBef>
                <a:spcPct val="20000"/>
              </a:spcBef>
              <a:buClrTx/>
              <a:buSzTx/>
              <a:buFontTx/>
              <a:buNone/>
              <a:defRPr/>
            </a:pPr>
            <a:r>
              <a:rPr kumimoji="0" lang="en-US" sz="2800" kern="0" cap="none" spc="0" normalizeH="0" baseline="0" noProof="0" dirty="0">
                <a:latin typeface="Comic Sans MS" panose="030F0702030302020204" pitchFamily="66" charset="0"/>
                <a:ea typeface="+mn-ea"/>
                <a:cs typeface="+mn-cs"/>
              </a:rPr>
              <a:t>7.Apply H to the stream generated in step6 and output the result.</a:t>
            </a:r>
          </a:p>
          <a:p>
            <a:pPr marL="342900" marR="0" indent="-342900" defTabSz="914400" eaLnBrk="0" hangingPunct="0">
              <a:spcBef>
                <a:spcPct val="20000"/>
              </a:spcBef>
              <a:buClrTx/>
              <a:buSzTx/>
              <a:buFontTx/>
              <a:buChar char="•"/>
              <a:defRPr/>
            </a:pPr>
            <a:endParaRPr kumimoji="0" lang="en-US" kern="0" cap="none" spc="0" normalizeH="0" baseline="30000" noProof="0" dirty="0">
              <a:latin typeface="Comic Sans MS" panose="030F0702030302020204" pitchFamily="66" charset="0"/>
              <a:ea typeface="+mn-ea"/>
              <a:cs typeface="+mn-cs"/>
            </a:endParaRPr>
          </a:p>
        </p:txBody>
      </p:sp>
    </p:spTree>
    <p:extLst>
      <p:ext uri="{BB962C8B-B14F-4D97-AF65-F5344CB8AC3E}">
        <p14:creationId xmlns:p14="http://schemas.microsoft.com/office/powerpoint/2010/main" val="27812856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ext Box 1"/>
          <p:cNvSpPr txBox="1"/>
          <p:nvPr/>
        </p:nvSpPr>
        <p:spPr>
          <a:xfrm>
            <a:off x="6553200" y="6248400"/>
            <a:ext cx="1905000" cy="457200"/>
          </a:xfrm>
          <a:prstGeom prst="rect">
            <a:avLst/>
          </a:prstGeom>
          <a:noFill/>
          <a:ln w="9525">
            <a:noFill/>
          </a:ln>
        </p:spPr>
        <p:txBody>
          <a:bodyPr lIns="90000" tIns="46800" rIns="90000" bIns="46800"/>
          <a:lstStyle/>
          <a:p>
            <a:pPr algn="r" defTabSz="449580">
              <a:lnSpc>
                <a:spcPct val="100000"/>
              </a:lnSpc>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9A0DB2DC-4C9A-4742-B13C-FB6460FD3503}" type="slidenum">
              <a:rPr lang="en-GB" sz="1400" dirty="0">
                <a:solidFill>
                  <a:srgbClr val="000000"/>
                </a:solidFill>
                <a:latin typeface="Times New Roman" panose="02020603050405020304" pitchFamily="18" charset="0"/>
              </a:rPr>
              <a:t>34</a:t>
            </a:fld>
            <a:endParaRPr lang="en-GB" sz="1400" dirty="0">
              <a:solidFill>
                <a:srgbClr val="000000"/>
              </a:solidFill>
              <a:latin typeface="Times New Roman" panose="02020603050405020304" pitchFamily="18" charset="0"/>
            </a:endParaRPr>
          </a:p>
        </p:txBody>
      </p:sp>
      <p:sp>
        <p:nvSpPr>
          <p:cNvPr id="40963" name="Text Box 2"/>
          <p:cNvSpPr txBox="1"/>
          <p:nvPr/>
        </p:nvSpPr>
        <p:spPr>
          <a:xfrm>
            <a:off x="6553200" y="6248400"/>
            <a:ext cx="1905000" cy="457200"/>
          </a:xfrm>
          <a:prstGeom prst="rect">
            <a:avLst/>
          </a:prstGeom>
          <a:noFill/>
          <a:ln w="9525">
            <a:noFill/>
          </a:ln>
        </p:spPr>
        <p:txBody>
          <a:bodyPr lIns="90000" tIns="46800" rIns="90000" bIns="46800"/>
          <a:lstStyle/>
          <a:p>
            <a:pPr algn="r" defTabSz="449580">
              <a:lnSpc>
                <a:spcPct val="100000"/>
              </a:lnSpc>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9A0DB2DC-4C9A-4742-B13C-FB6460FD3503}" type="slidenum">
              <a:rPr lang="en-US" altLang="x-none" sz="1400" dirty="0">
                <a:solidFill>
                  <a:srgbClr val="000000"/>
                </a:solidFill>
                <a:latin typeface="Times New Roman" panose="02020603050405020304" pitchFamily="18" charset="0"/>
              </a:rPr>
              <a:t>34</a:t>
            </a:fld>
            <a:endParaRPr lang="en-US" altLang="x-none" sz="1400" dirty="0">
              <a:solidFill>
                <a:srgbClr val="000000"/>
              </a:solidFill>
              <a:latin typeface="Times New Roman" panose="02020603050405020304" pitchFamily="18" charset="0"/>
            </a:endParaRPr>
          </a:p>
        </p:txBody>
      </p:sp>
      <p:sp>
        <p:nvSpPr>
          <p:cNvPr id="20483" name="Text Box 3"/>
          <p:cNvSpPr txBox="1">
            <a:spLocks noChangeArrowheads="1"/>
          </p:cNvSpPr>
          <p:nvPr/>
        </p:nvSpPr>
        <p:spPr bwMode="auto">
          <a:xfrm>
            <a:off x="685800" y="76200"/>
            <a:ext cx="7772400" cy="1143000"/>
          </a:xfrm>
          <a:prstGeom prst="rect">
            <a:avLst/>
          </a:prstGeom>
          <a:noFill/>
          <a:ln w="9525">
            <a:noFill/>
            <a:round/>
          </a:ln>
          <a:effectLst/>
        </p:spPr>
        <p:txBody>
          <a:bodyPr lIns="90000" tIns="46800" rIns="90000" bIns="46800"/>
          <a:lstStyle/>
          <a:p>
            <a:pPr marR="0" algn="ctr" defTabSz="449580" eaLnBrk="1" hangingPunct="1">
              <a:lnSpc>
                <a:spcPct val="100000"/>
              </a:lnSpc>
              <a:spcBef>
                <a:spcPct val="0"/>
              </a:spcBef>
              <a:buClr>
                <a:srgbClr val="000000"/>
              </a:buClr>
              <a:buSzPct val="100000"/>
              <a:buFont typeface="Times New Roman" panose="02020603050405020304"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sv-SE" sz="4400" b="1" kern="1200" cap="none" spc="0" normalizeH="0" baseline="0" noProof="0" dirty="0">
                <a:solidFill>
                  <a:srgbClr val="000000"/>
                </a:solidFill>
                <a:effectLst>
                  <a:outerShdw blurRad="38100" dist="38100" dir="2700000" algn="tl">
                    <a:srgbClr val="C0C0C0"/>
                  </a:outerShdw>
                </a:effectLst>
                <a:latin typeface="Comic Sans MS" panose="030F0702030302020204" pitchFamily="66" charset="0"/>
                <a:ea typeface="+mn-ea"/>
                <a:cs typeface="+mn-cs"/>
              </a:rPr>
              <a:t>KERBEROS</a:t>
            </a:r>
          </a:p>
        </p:txBody>
      </p:sp>
      <p:sp>
        <p:nvSpPr>
          <p:cNvPr id="40965" name="Text Box 4"/>
          <p:cNvSpPr txBox="1"/>
          <p:nvPr/>
        </p:nvSpPr>
        <p:spPr>
          <a:xfrm>
            <a:off x="152400" y="4191000"/>
            <a:ext cx="8686800" cy="2667000"/>
          </a:xfrm>
          <a:prstGeom prst="rect">
            <a:avLst/>
          </a:prstGeom>
          <a:noFill/>
          <a:ln w="9525">
            <a:noFill/>
          </a:ln>
        </p:spPr>
        <p:txBody>
          <a:bodyPr lIns="90000" tIns="46800" rIns="90000" bIns="46800"/>
          <a:lstStyle/>
          <a:p>
            <a:pPr marL="341630" indent="-341630" defTabSz="449580" eaLnBrk="1" hangingPunct="1">
              <a:lnSpc>
                <a:spcPct val="100000"/>
              </a:lnSpc>
              <a:spcBef>
                <a:spcPts val="800"/>
              </a:spcBef>
              <a:buFont typeface="Comic Sans MS" panose="030F0702030302020204" pitchFamily="66" charset="0"/>
              <a:buChar char="•"/>
              <a:tabLst>
                <a:tab pos="341630" algn="l"/>
                <a:tab pos="1256030" algn="l"/>
                <a:tab pos="2170430" algn="l"/>
                <a:tab pos="3084830" algn="l"/>
                <a:tab pos="3999230" algn="l"/>
                <a:tab pos="4913630" algn="l"/>
                <a:tab pos="5828030" algn="l"/>
                <a:tab pos="6742430" algn="l"/>
                <a:tab pos="7656830" algn="l"/>
                <a:tab pos="8571230" algn="l"/>
                <a:tab pos="9485630" algn="l"/>
                <a:tab pos="10400030" algn="l"/>
              </a:tabLst>
            </a:pPr>
            <a:r>
              <a:rPr lang="en-US" altLang="x-none" dirty="0">
                <a:solidFill>
                  <a:srgbClr val="000000"/>
                </a:solidFill>
                <a:latin typeface="Comic Sans MS" panose="030F0702030302020204" pitchFamily="66" charset="0"/>
              </a:rPr>
              <a:t>Users wish to access services on servers.</a:t>
            </a:r>
          </a:p>
          <a:p>
            <a:pPr marL="341630" indent="-341630" defTabSz="449580" eaLnBrk="1" hangingPunct="1">
              <a:lnSpc>
                <a:spcPct val="100000"/>
              </a:lnSpc>
              <a:spcBef>
                <a:spcPts val="800"/>
              </a:spcBef>
              <a:buFont typeface="Comic Sans MS" panose="030F0702030302020204" pitchFamily="66" charset="0"/>
              <a:buChar char="•"/>
              <a:tabLst>
                <a:tab pos="341630" algn="l"/>
                <a:tab pos="1256030" algn="l"/>
                <a:tab pos="2170430" algn="l"/>
                <a:tab pos="3084830" algn="l"/>
                <a:tab pos="3999230" algn="l"/>
                <a:tab pos="4913630" algn="l"/>
                <a:tab pos="5828030" algn="l"/>
                <a:tab pos="6742430" algn="l"/>
                <a:tab pos="7656830" algn="l"/>
                <a:tab pos="8571230" algn="l"/>
                <a:tab pos="9485630" algn="l"/>
                <a:tab pos="10400030" algn="l"/>
              </a:tabLst>
            </a:pPr>
            <a:r>
              <a:rPr lang="en-US" altLang="x-none" dirty="0">
                <a:solidFill>
                  <a:srgbClr val="000000"/>
                </a:solidFill>
                <a:latin typeface="Comic Sans MS" panose="030F0702030302020204" pitchFamily="66" charset="0"/>
              </a:rPr>
              <a:t>Three threats exist:</a:t>
            </a:r>
          </a:p>
          <a:p>
            <a:pPr marL="741680" lvl="1" indent="-284480" defTabSz="449580" eaLnBrk="1" hangingPunct="1">
              <a:lnSpc>
                <a:spcPct val="100000"/>
              </a:lnSpc>
              <a:buFont typeface="Comic Sans MS" panose="030F0702030302020204" pitchFamily="66" charset="0"/>
              <a:buChar char="–"/>
              <a:tabLst>
                <a:tab pos="341630" algn="l"/>
                <a:tab pos="1256030" algn="l"/>
                <a:tab pos="2170430" algn="l"/>
                <a:tab pos="3084830" algn="l"/>
                <a:tab pos="3999230" algn="l"/>
                <a:tab pos="4913630" algn="l"/>
                <a:tab pos="5828030" algn="l"/>
                <a:tab pos="6742430" algn="l"/>
                <a:tab pos="7656830" algn="l"/>
                <a:tab pos="8571230" algn="l"/>
                <a:tab pos="9485630" algn="l"/>
                <a:tab pos="10400030" algn="l"/>
              </a:tabLst>
            </a:pPr>
            <a:r>
              <a:rPr lang="en-US" altLang="x-none" sz="2400" dirty="0">
                <a:solidFill>
                  <a:srgbClr val="000000"/>
                </a:solidFill>
                <a:latin typeface="Comic Sans MS" panose="030F0702030302020204" pitchFamily="66" charset="0"/>
              </a:rPr>
              <a:t>User pretend to be another user.</a:t>
            </a:r>
          </a:p>
          <a:p>
            <a:pPr marL="741680" lvl="1" indent="-284480" defTabSz="449580" eaLnBrk="1" hangingPunct="1">
              <a:lnSpc>
                <a:spcPct val="100000"/>
              </a:lnSpc>
              <a:buFont typeface="Comic Sans MS" panose="030F0702030302020204" pitchFamily="66" charset="0"/>
              <a:buChar char="–"/>
              <a:tabLst>
                <a:tab pos="341630" algn="l"/>
                <a:tab pos="1256030" algn="l"/>
                <a:tab pos="2170430" algn="l"/>
                <a:tab pos="3084830" algn="l"/>
                <a:tab pos="3999230" algn="l"/>
                <a:tab pos="4913630" algn="l"/>
                <a:tab pos="5828030" algn="l"/>
                <a:tab pos="6742430" algn="l"/>
                <a:tab pos="7656830" algn="l"/>
                <a:tab pos="8571230" algn="l"/>
                <a:tab pos="9485630" algn="l"/>
                <a:tab pos="10400030" algn="l"/>
              </a:tabLst>
            </a:pPr>
            <a:r>
              <a:rPr lang="en-US" altLang="x-none" sz="2400" dirty="0">
                <a:solidFill>
                  <a:srgbClr val="000000"/>
                </a:solidFill>
                <a:latin typeface="Comic Sans MS" panose="030F0702030302020204" pitchFamily="66" charset="0"/>
              </a:rPr>
              <a:t>User alter the network address of a workstation.</a:t>
            </a:r>
          </a:p>
          <a:p>
            <a:pPr marL="741680" lvl="1" indent="-284480" defTabSz="449580" eaLnBrk="1" hangingPunct="1">
              <a:lnSpc>
                <a:spcPct val="100000"/>
              </a:lnSpc>
              <a:buFont typeface="Comic Sans MS" panose="030F0702030302020204" pitchFamily="66" charset="0"/>
              <a:buChar char="–"/>
              <a:tabLst>
                <a:tab pos="341630" algn="l"/>
                <a:tab pos="1256030" algn="l"/>
                <a:tab pos="2170430" algn="l"/>
                <a:tab pos="3084830" algn="l"/>
                <a:tab pos="3999230" algn="l"/>
                <a:tab pos="4913630" algn="l"/>
                <a:tab pos="5828030" algn="l"/>
                <a:tab pos="6742430" algn="l"/>
                <a:tab pos="7656830" algn="l"/>
                <a:tab pos="8571230" algn="l"/>
                <a:tab pos="9485630" algn="l"/>
                <a:tab pos="10400030" algn="l"/>
              </a:tabLst>
            </a:pPr>
            <a:r>
              <a:rPr lang="en-US" altLang="x-none" sz="2400" dirty="0">
                <a:solidFill>
                  <a:srgbClr val="000000"/>
                </a:solidFill>
                <a:latin typeface="Comic Sans MS" panose="030F0702030302020204" pitchFamily="66" charset="0"/>
              </a:rPr>
              <a:t>User eavesdrop on exchanges and use a replay attack.</a:t>
            </a:r>
          </a:p>
        </p:txBody>
      </p:sp>
      <p:sp>
        <p:nvSpPr>
          <p:cNvPr id="6" name="Rectangle 5"/>
          <p:cNvSpPr/>
          <p:nvPr/>
        </p:nvSpPr>
        <p:spPr>
          <a:xfrm>
            <a:off x="533400" y="762000"/>
            <a:ext cx="8382000" cy="3200400"/>
          </a:xfrm>
          <a:prstGeom prst="rect">
            <a:avLst/>
          </a:prstGeom>
        </p:spPr>
        <p:txBody>
          <a:bodyPr>
            <a:spAutoFit/>
          </a:bodyPr>
          <a:lstStyle/>
          <a:p>
            <a:pPr marL="0" marR="0" lvl="0" indent="0" algn="l" defTabSz="449580" rtl="0" eaLnBrk="0" fontAlgn="base" latinLnBrk="0" hangingPunct="0">
              <a:lnSpc>
                <a:spcPct val="90000"/>
              </a:lnSpc>
              <a:spcBef>
                <a:spcPts val="700"/>
              </a:spcBef>
              <a:spcAft>
                <a:spcPct val="0"/>
              </a:spcAft>
              <a:buClr>
                <a:srgbClr val="000000"/>
              </a:buClr>
              <a:buSzPct val="100000"/>
              <a:buFont typeface="Times New Roman" panose="02020603050405020304" pitchFamily="18" charset="0"/>
              <a:buNone/>
              <a:defRPr/>
            </a:pPr>
            <a:r>
              <a:rPr kumimoji="0" lang="en-US" sz="2400" b="0" i="0" u="none" strike="noStrike" kern="1200" cap="none" spc="0" normalizeH="0" baseline="0" noProof="0" dirty="0">
                <a:ln>
                  <a:noFill/>
                </a:ln>
                <a:solidFill>
                  <a:srgbClr val="FF0000"/>
                </a:solidFill>
                <a:effectLst/>
                <a:uLnTx/>
                <a:uFillTx/>
                <a:latin typeface="Comic Sans MS" panose="030F0702030302020204" pitchFamily="66" charset="0"/>
                <a:ea typeface="+mn-ea"/>
                <a:cs typeface="+mn-cs"/>
              </a:rPr>
              <a:t>What? </a:t>
            </a:r>
          </a:p>
          <a:p>
            <a:pPr marL="742950" marR="0" lvl="1" indent="-285750" algn="l" defTabSz="449580" rtl="0" eaLnBrk="0" fontAlgn="base" latinLnBrk="0" hangingPunct="0">
              <a:lnSpc>
                <a:spcPct val="90000"/>
              </a:lnSpc>
              <a:spcBef>
                <a:spcPts val="700"/>
              </a:spcBef>
              <a:spcAft>
                <a:spcPct val="0"/>
              </a:spcAft>
              <a:buClr>
                <a:srgbClr val="000000"/>
              </a:buClr>
              <a:buSzPct val="100000"/>
              <a:buFont typeface="Times New Roman" panose="02020603050405020304" pitchFamily="18" charset="0"/>
              <a:buNone/>
              <a:defRPr/>
            </a:pPr>
            <a:r>
              <a:rPr kumimoji="0" lang="en-US" sz="2400" b="0" i="0" u="none" strike="noStrike" kern="1200" cap="none" spc="0" normalizeH="0" baseline="0" noProof="0" dirty="0">
                <a:ln>
                  <a:noFill/>
                </a:ln>
                <a:solidFill>
                  <a:srgbClr val="0070C0"/>
                </a:solidFill>
                <a:effectLst/>
                <a:uLnTx/>
                <a:uFillTx/>
                <a:latin typeface="Comic Sans MS" panose="030F0702030302020204" pitchFamily="66" charset="0"/>
                <a:ea typeface="+mn-ea"/>
                <a:cs typeface="+mn-cs"/>
              </a:rPr>
              <a:t>Computer network authentication protocol </a:t>
            </a:r>
          </a:p>
          <a:p>
            <a:pPr marL="0" marR="0" lvl="0" indent="0" algn="l" defTabSz="449580" rtl="0" eaLnBrk="0" fontAlgn="base" latinLnBrk="0" hangingPunct="0">
              <a:lnSpc>
                <a:spcPct val="90000"/>
              </a:lnSpc>
              <a:spcBef>
                <a:spcPts val="700"/>
              </a:spcBef>
              <a:spcAft>
                <a:spcPct val="0"/>
              </a:spcAft>
              <a:buClr>
                <a:srgbClr val="000000"/>
              </a:buClr>
              <a:buSzPct val="100000"/>
              <a:buFont typeface="Times New Roman" panose="02020603050405020304" pitchFamily="18" charset="0"/>
              <a:buNone/>
              <a:defRPr/>
            </a:pPr>
            <a:r>
              <a:rPr kumimoji="0" lang="en-US" sz="2400" b="0" i="0" u="none" strike="noStrike" kern="1200" cap="none" spc="0" normalizeH="0" baseline="0" noProof="0" dirty="0">
                <a:ln>
                  <a:noFill/>
                </a:ln>
                <a:solidFill>
                  <a:srgbClr val="FF0000"/>
                </a:solidFill>
                <a:effectLst/>
                <a:uLnTx/>
                <a:uFillTx/>
                <a:latin typeface="Comic Sans MS" panose="030F0702030302020204" pitchFamily="66" charset="0"/>
                <a:ea typeface="+mn-ea"/>
                <a:cs typeface="+mn-cs"/>
              </a:rPr>
              <a:t>How? </a:t>
            </a:r>
          </a:p>
          <a:p>
            <a:pPr marL="457200" marR="0" lvl="1" indent="0" algn="l" defTabSz="449580" rtl="0" eaLnBrk="0" fontAlgn="base" latinLnBrk="0" hangingPunct="0">
              <a:lnSpc>
                <a:spcPct val="90000"/>
              </a:lnSpc>
              <a:spcBef>
                <a:spcPts val="700"/>
              </a:spcBef>
              <a:spcAft>
                <a:spcPct val="0"/>
              </a:spcAft>
              <a:buClr>
                <a:srgbClr val="000000"/>
              </a:buClr>
              <a:buSzPct val="100000"/>
              <a:buFont typeface="Times New Roman" panose="02020603050405020304" pitchFamily="18" charset="0"/>
              <a:buNone/>
              <a:defRPr/>
            </a:pPr>
            <a:r>
              <a:rPr kumimoji="0" lang="en-US" sz="2400" b="0" i="0" u="none" strike="noStrike" kern="1200" cap="none" spc="0" normalizeH="0" baseline="0" noProof="0" dirty="0">
                <a:ln>
                  <a:noFill/>
                </a:ln>
                <a:solidFill>
                  <a:srgbClr val="0070C0"/>
                </a:solidFill>
                <a:effectLst/>
                <a:uLnTx/>
                <a:uFillTx/>
                <a:latin typeface="Comic Sans MS" panose="030F0702030302020204" pitchFamily="66" charset="0"/>
                <a:ea typeface="+mn-ea"/>
                <a:cs typeface="+mn-cs"/>
              </a:rPr>
              <a:t>Works on the basis of 'tickets' </a:t>
            </a:r>
          </a:p>
          <a:p>
            <a:pPr marL="457200" marR="0" lvl="1" indent="-457200" algn="l" defTabSz="449580" rtl="0" eaLnBrk="0" fontAlgn="base" latinLnBrk="0" hangingPunct="0">
              <a:lnSpc>
                <a:spcPct val="90000"/>
              </a:lnSpc>
              <a:spcBef>
                <a:spcPts val="700"/>
              </a:spcBef>
              <a:spcAft>
                <a:spcPct val="0"/>
              </a:spcAft>
              <a:buClr>
                <a:srgbClr val="000000"/>
              </a:buClr>
              <a:buSzPct val="100000"/>
              <a:buFont typeface="Times New Roman" panose="02020603050405020304" pitchFamily="18" charset="0"/>
              <a:buNone/>
              <a:defRPr/>
            </a:pPr>
            <a:r>
              <a:rPr kumimoji="0" lang="en-US" sz="2400" b="0" i="0" u="none" strike="noStrike" kern="1200" cap="none" spc="0" normalizeH="0" baseline="0" noProof="0" dirty="0">
                <a:ln>
                  <a:noFill/>
                </a:ln>
                <a:solidFill>
                  <a:srgbClr val="FF0000"/>
                </a:solidFill>
                <a:effectLst/>
                <a:uLnTx/>
                <a:uFillTx/>
                <a:latin typeface="Comic Sans MS" panose="030F0702030302020204" pitchFamily="66" charset="0"/>
                <a:ea typeface="+mn-ea"/>
                <a:cs typeface="+mn-cs"/>
              </a:rPr>
              <a:t>Why?</a:t>
            </a:r>
            <a:r>
              <a:rPr kumimoji="0" lang="en-US" sz="2400" b="0" i="0" u="none" strike="noStrike" kern="1200" cap="none" spc="0" normalizeH="0" baseline="0" noProof="0" dirty="0">
                <a:ln>
                  <a:noFill/>
                </a:ln>
                <a:solidFill>
                  <a:srgbClr val="0070C0"/>
                </a:solidFill>
                <a:effectLst/>
                <a:uLnTx/>
                <a:uFillTx/>
                <a:latin typeface="Comic Sans MS" panose="030F0702030302020204" pitchFamily="66" charset="0"/>
                <a:ea typeface="+mn-ea"/>
                <a:cs typeface="+mn-cs"/>
              </a:rPr>
              <a:t> </a:t>
            </a:r>
          </a:p>
          <a:p>
            <a:pPr marL="457200" marR="0" lvl="2" indent="-57150" algn="l" defTabSz="449580" rtl="0" eaLnBrk="0" fontAlgn="base" latinLnBrk="0" hangingPunct="0">
              <a:lnSpc>
                <a:spcPct val="90000"/>
              </a:lnSpc>
              <a:spcBef>
                <a:spcPts val="700"/>
              </a:spcBef>
              <a:spcAft>
                <a:spcPct val="0"/>
              </a:spcAft>
              <a:buClr>
                <a:srgbClr val="000000"/>
              </a:buClr>
              <a:buSzPct val="100000"/>
              <a:buFont typeface="Times New Roman" panose="02020603050405020304" pitchFamily="18" charset="0"/>
              <a:buNone/>
              <a:defRPr/>
            </a:pPr>
            <a:r>
              <a:rPr kumimoji="0" lang="en-US" sz="2400" b="0" i="0" u="none" strike="noStrike" kern="1200" cap="none" spc="0" normalizeH="0" baseline="0" noProof="0" dirty="0">
                <a:ln>
                  <a:noFill/>
                </a:ln>
                <a:solidFill>
                  <a:srgbClr val="0070C0"/>
                </a:solidFill>
                <a:effectLst/>
                <a:uLnTx/>
                <a:uFillTx/>
                <a:latin typeface="Comic Sans MS" panose="030F0702030302020204" pitchFamily="66" charset="0"/>
                <a:ea typeface="+mn-ea"/>
                <a:cs typeface="+mn-cs"/>
              </a:rPr>
              <a:t>Allow nodes communicating over a </a:t>
            </a:r>
            <a:r>
              <a:rPr kumimoji="0" lang="en-US" sz="2400" b="0" i="0" u="none" strike="noStrike" kern="1200" cap="none" spc="0" normalizeH="0" baseline="0" noProof="0" dirty="0">
                <a:ln>
                  <a:noFill/>
                </a:ln>
                <a:solidFill>
                  <a:srgbClr val="002060"/>
                </a:solidFill>
                <a:effectLst/>
                <a:uLnTx/>
                <a:uFillTx/>
                <a:latin typeface="Comic Sans MS" panose="030F0702030302020204" pitchFamily="66" charset="0"/>
                <a:ea typeface="+mn-ea"/>
                <a:cs typeface="+mn-cs"/>
              </a:rPr>
              <a:t>non-secure network </a:t>
            </a:r>
            <a:r>
              <a:rPr kumimoji="0" lang="en-US" sz="2400" b="0" i="0" u="none" strike="noStrike" kern="1200" cap="none" spc="0" normalizeH="0" baseline="0" noProof="0" dirty="0">
                <a:ln>
                  <a:noFill/>
                </a:ln>
                <a:solidFill>
                  <a:srgbClr val="0070C0"/>
                </a:solidFill>
                <a:effectLst/>
                <a:uLnTx/>
                <a:uFillTx/>
                <a:latin typeface="Comic Sans MS" panose="030F0702030302020204" pitchFamily="66" charset="0"/>
                <a:ea typeface="+mn-ea"/>
                <a:cs typeface="+mn-cs"/>
              </a:rPr>
              <a:t>to prove their identity to one another in a secure manner.</a:t>
            </a:r>
          </a:p>
        </p:txBody>
      </p:sp>
    </p:spTree>
    <p:extLst>
      <p:ext uri="{BB962C8B-B14F-4D97-AF65-F5344CB8AC3E}">
        <p14:creationId xmlns:p14="http://schemas.microsoft.com/office/powerpoint/2010/main" val="625860067"/>
      </p:ext>
    </p:extLst>
  </p:cSld>
  <p:clrMapOvr>
    <a:masterClrMapping/>
  </p:clrMapOvr>
  <p:transition spd="med"/>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ext Box 1"/>
          <p:cNvSpPr txBox="1"/>
          <p:nvPr/>
        </p:nvSpPr>
        <p:spPr>
          <a:xfrm>
            <a:off x="6553200" y="6248400"/>
            <a:ext cx="1905000" cy="457200"/>
          </a:xfrm>
          <a:prstGeom prst="rect">
            <a:avLst/>
          </a:prstGeom>
          <a:noFill/>
          <a:ln w="9525">
            <a:noFill/>
          </a:ln>
        </p:spPr>
        <p:txBody>
          <a:bodyPr lIns="90000" tIns="46800" rIns="90000" bIns="46800"/>
          <a:lstStyle/>
          <a:p>
            <a:pPr algn="r" defTabSz="449580">
              <a:lnSpc>
                <a:spcPct val="100000"/>
              </a:lnSpc>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9A0DB2DC-4C9A-4742-B13C-FB6460FD3503}" type="slidenum">
              <a:rPr lang="en-GB" sz="1400" dirty="0">
                <a:solidFill>
                  <a:srgbClr val="000000"/>
                </a:solidFill>
                <a:latin typeface="Times New Roman" panose="02020603050405020304" pitchFamily="18" charset="0"/>
              </a:rPr>
              <a:t>35</a:t>
            </a:fld>
            <a:endParaRPr lang="en-GB" sz="1400" dirty="0">
              <a:solidFill>
                <a:srgbClr val="000000"/>
              </a:solidFill>
              <a:latin typeface="Times New Roman" panose="02020603050405020304" pitchFamily="18" charset="0"/>
            </a:endParaRPr>
          </a:p>
        </p:txBody>
      </p:sp>
      <p:sp>
        <p:nvSpPr>
          <p:cNvPr id="41987" name="Text Box 2"/>
          <p:cNvSpPr txBox="1"/>
          <p:nvPr/>
        </p:nvSpPr>
        <p:spPr>
          <a:xfrm>
            <a:off x="6553200" y="6248400"/>
            <a:ext cx="1905000" cy="457200"/>
          </a:xfrm>
          <a:prstGeom prst="rect">
            <a:avLst/>
          </a:prstGeom>
          <a:noFill/>
          <a:ln w="9525">
            <a:noFill/>
          </a:ln>
        </p:spPr>
        <p:txBody>
          <a:bodyPr lIns="90000" tIns="46800" rIns="90000" bIns="46800"/>
          <a:lstStyle/>
          <a:p>
            <a:pPr algn="r" defTabSz="449580">
              <a:lnSpc>
                <a:spcPct val="100000"/>
              </a:lnSpc>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9A0DB2DC-4C9A-4742-B13C-FB6460FD3503}" type="slidenum">
              <a:rPr lang="en-US" altLang="x-none" sz="1400" dirty="0">
                <a:solidFill>
                  <a:srgbClr val="000000"/>
                </a:solidFill>
                <a:latin typeface="Times New Roman" panose="02020603050405020304" pitchFamily="18" charset="0"/>
              </a:rPr>
              <a:t>35</a:t>
            </a:fld>
            <a:endParaRPr lang="en-US" altLang="x-none" sz="1400" dirty="0">
              <a:solidFill>
                <a:srgbClr val="000000"/>
              </a:solidFill>
              <a:latin typeface="Times New Roman" panose="02020603050405020304" pitchFamily="18" charset="0"/>
            </a:endParaRPr>
          </a:p>
        </p:txBody>
      </p:sp>
      <p:sp>
        <p:nvSpPr>
          <p:cNvPr id="21507" name="Text Box 3"/>
          <p:cNvSpPr txBox="1">
            <a:spLocks noChangeArrowheads="1"/>
          </p:cNvSpPr>
          <p:nvPr/>
        </p:nvSpPr>
        <p:spPr bwMode="auto">
          <a:xfrm>
            <a:off x="602609" y="250971"/>
            <a:ext cx="7772400" cy="1143000"/>
          </a:xfrm>
          <a:prstGeom prst="rect">
            <a:avLst/>
          </a:prstGeom>
          <a:noFill/>
          <a:ln w="9525">
            <a:noFill/>
            <a:round/>
          </a:ln>
          <a:effectLst/>
        </p:spPr>
        <p:txBody>
          <a:bodyPr lIns="90000" tIns="46800" rIns="90000" bIns="46800"/>
          <a:lstStyle/>
          <a:p>
            <a:pPr marR="0" algn="ctr" defTabSz="449580" eaLnBrk="1" hangingPunct="1">
              <a:lnSpc>
                <a:spcPct val="100000"/>
              </a:lnSpc>
              <a:spcBef>
                <a:spcPct val="0"/>
              </a:spcBef>
              <a:buClr>
                <a:srgbClr val="000000"/>
              </a:buClr>
              <a:buSzPct val="100000"/>
              <a:buFont typeface="Times New Roman" panose="02020603050405020304"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sv-SE" sz="4400" b="1" kern="1200" cap="none" spc="0" normalizeH="0" baseline="0" noProof="0" dirty="0">
                <a:solidFill>
                  <a:srgbClr val="000000"/>
                </a:solidFill>
                <a:effectLst>
                  <a:outerShdw blurRad="38100" dist="38100" dir="2700000" algn="tl">
                    <a:srgbClr val="C0C0C0"/>
                  </a:outerShdw>
                </a:effectLst>
                <a:latin typeface="Comic Sans MS" panose="030F0702030302020204" pitchFamily="66" charset="0"/>
                <a:ea typeface="+mn-ea"/>
                <a:cs typeface="+mn-cs"/>
              </a:rPr>
              <a:t>KERBEROS</a:t>
            </a:r>
          </a:p>
        </p:txBody>
      </p:sp>
      <p:sp>
        <p:nvSpPr>
          <p:cNvPr id="41989" name="Text Box 4"/>
          <p:cNvSpPr txBox="1"/>
          <p:nvPr/>
        </p:nvSpPr>
        <p:spPr>
          <a:xfrm>
            <a:off x="609600" y="1371600"/>
            <a:ext cx="8229600" cy="4114800"/>
          </a:xfrm>
          <a:prstGeom prst="rect">
            <a:avLst/>
          </a:prstGeom>
          <a:noFill/>
          <a:ln w="9525">
            <a:noFill/>
          </a:ln>
        </p:spPr>
        <p:txBody>
          <a:bodyPr lIns="90000" tIns="46800" rIns="90000" bIns="46800"/>
          <a:lstStyle/>
          <a:p>
            <a:pPr marL="341630" indent="-341630" defTabSz="449580" eaLnBrk="1" hangingPunct="1">
              <a:spcBef>
                <a:spcPts val="800"/>
              </a:spcBef>
              <a:buFont typeface="Comic Sans MS" panose="030F0702030302020204" pitchFamily="66" charset="0"/>
              <a:buChar char="•"/>
              <a:tabLst>
                <a:tab pos="341630" algn="l"/>
                <a:tab pos="1256030" algn="l"/>
                <a:tab pos="2170430" algn="l"/>
                <a:tab pos="3084830" algn="l"/>
                <a:tab pos="3999230" algn="l"/>
                <a:tab pos="4913630" algn="l"/>
                <a:tab pos="5828030" algn="l"/>
                <a:tab pos="6742430" algn="l"/>
                <a:tab pos="7656830" algn="l"/>
                <a:tab pos="8571230" algn="l"/>
                <a:tab pos="9485630" algn="l"/>
                <a:tab pos="10400030" algn="l"/>
              </a:tabLst>
            </a:pPr>
            <a:r>
              <a:rPr lang="en-US" altLang="x-none" sz="3200" dirty="0">
                <a:solidFill>
                  <a:srgbClr val="000000"/>
                </a:solidFill>
                <a:latin typeface="Comic Sans MS" panose="030F0702030302020204" pitchFamily="66" charset="0"/>
              </a:rPr>
              <a:t>Provides a centralized authentication server to authenticate users to servers and servers to users.</a:t>
            </a:r>
          </a:p>
          <a:p>
            <a:pPr marL="341630" indent="-341630" defTabSz="449580" eaLnBrk="1" hangingPunct="1">
              <a:spcBef>
                <a:spcPts val="800"/>
              </a:spcBef>
              <a:buFont typeface="Comic Sans MS" panose="030F0702030302020204" pitchFamily="66" charset="0"/>
              <a:buChar char="•"/>
              <a:tabLst>
                <a:tab pos="341630" algn="l"/>
                <a:tab pos="1256030" algn="l"/>
                <a:tab pos="2170430" algn="l"/>
                <a:tab pos="3084830" algn="l"/>
                <a:tab pos="3999230" algn="l"/>
                <a:tab pos="4913630" algn="l"/>
                <a:tab pos="5828030" algn="l"/>
                <a:tab pos="6742430" algn="l"/>
                <a:tab pos="7656830" algn="l"/>
                <a:tab pos="8571230" algn="l"/>
                <a:tab pos="9485630" algn="l"/>
                <a:tab pos="10400030" algn="l"/>
              </a:tabLst>
            </a:pPr>
            <a:endParaRPr lang="en-US" altLang="x-none" sz="3200" dirty="0">
              <a:solidFill>
                <a:srgbClr val="000000"/>
              </a:solidFill>
              <a:latin typeface="Comic Sans MS" panose="030F0702030302020204" pitchFamily="66" charset="0"/>
            </a:endParaRPr>
          </a:p>
          <a:p>
            <a:pPr marL="341630" indent="-341630" defTabSz="449580" eaLnBrk="1" hangingPunct="1">
              <a:spcBef>
                <a:spcPts val="800"/>
              </a:spcBef>
              <a:buFont typeface="Comic Sans MS" panose="030F0702030302020204" pitchFamily="66" charset="0"/>
              <a:buChar char="•"/>
              <a:tabLst>
                <a:tab pos="341630" algn="l"/>
                <a:tab pos="1256030" algn="l"/>
                <a:tab pos="2170430" algn="l"/>
                <a:tab pos="3084830" algn="l"/>
                <a:tab pos="3999230" algn="l"/>
                <a:tab pos="4913630" algn="l"/>
                <a:tab pos="5828030" algn="l"/>
                <a:tab pos="6742430" algn="l"/>
                <a:tab pos="7656830" algn="l"/>
                <a:tab pos="8571230" algn="l"/>
                <a:tab pos="9485630" algn="l"/>
                <a:tab pos="10400030" algn="l"/>
              </a:tabLst>
            </a:pPr>
            <a:r>
              <a:rPr lang="en-US" altLang="x-none" sz="3200" dirty="0">
                <a:solidFill>
                  <a:srgbClr val="000000"/>
                </a:solidFill>
                <a:latin typeface="Comic Sans MS" panose="030F0702030302020204" pitchFamily="66" charset="0"/>
              </a:rPr>
              <a:t>Relies on conventional encryption, making no use of public-key encryption</a:t>
            </a:r>
          </a:p>
          <a:p>
            <a:pPr marL="341630" indent="-341630" defTabSz="449580" eaLnBrk="1" hangingPunct="1">
              <a:spcBef>
                <a:spcPts val="800"/>
              </a:spcBef>
              <a:buFont typeface="Comic Sans MS" panose="030F0702030302020204" pitchFamily="66" charset="0"/>
              <a:buChar char="•"/>
              <a:tabLst>
                <a:tab pos="341630" algn="l"/>
                <a:tab pos="1256030" algn="l"/>
                <a:tab pos="2170430" algn="l"/>
                <a:tab pos="3084830" algn="l"/>
                <a:tab pos="3999230" algn="l"/>
                <a:tab pos="4913630" algn="l"/>
                <a:tab pos="5828030" algn="l"/>
                <a:tab pos="6742430" algn="l"/>
                <a:tab pos="7656830" algn="l"/>
                <a:tab pos="8571230" algn="l"/>
                <a:tab pos="9485630" algn="l"/>
                <a:tab pos="10400030" algn="l"/>
              </a:tabLst>
            </a:pPr>
            <a:endParaRPr lang="en-US" altLang="x-none" sz="3200" dirty="0">
              <a:solidFill>
                <a:srgbClr val="000000"/>
              </a:solidFill>
              <a:latin typeface="Comic Sans MS" panose="030F0702030302020204" pitchFamily="66" charset="0"/>
            </a:endParaRPr>
          </a:p>
          <a:p>
            <a:pPr marL="341630" indent="-341630" defTabSz="449580" eaLnBrk="1" hangingPunct="1">
              <a:spcBef>
                <a:spcPts val="800"/>
              </a:spcBef>
              <a:buFont typeface="Comic Sans MS" panose="030F0702030302020204" pitchFamily="66" charset="0"/>
              <a:buChar char="•"/>
              <a:tabLst>
                <a:tab pos="341630" algn="l"/>
                <a:tab pos="1256030" algn="l"/>
                <a:tab pos="2170430" algn="l"/>
                <a:tab pos="3084830" algn="l"/>
                <a:tab pos="3999230" algn="l"/>
                <a:tab pos="4913630" algn="l"/>
                <a:tab pos="5828030" algn="l"/>
                <a:tab pos="6742430" algn="l"/>
                <a:tab pos="7656830" algn="l"/>
                <a:tab pos="8571230" algn="l"/>
                <a:tab pos="9485630" algn="l"/>
                <a:tab pos="10400030" algn="l"/>
              </a:tabLst>
            </a:pPr>
            <a:r>
              <a:rPr lang="en-US" altLang="x-none" sz="3200" dirty="0">
                <a:solidFill>
                  <a:srgbClr val="000000"/>
                </a:solidFill>
                <a:latin typeface="Comic Sans MS" panose="030F0702030302020204" pitchFamily="66" charset="0"/>
              </a:rPr>
              <a:t>Two versions: version 4 and 5</a:t>
            </a:r>
          </a:p>
          <a:p>
            <a:pPr marL="341630" indent="-341630" defTabSz="449580" eaLnBrk="1" hangingPunct="1">
              <a:spcBef>
                <a:spcPts val="800"/>
              </a:spcBef>
              <a:buFont typeface="Comic Sans MS" panose="030F0702030302020204" pitchFamily="66" charset="0"/>
              <a:buChar char="•"/>
              <a:tabLst>
                <a:tab pos="341630" algn="l"/>
                <a:tab pos="1256030" algn="l"/>
                <a:tab pos="2170430" algn="l"/>
                <a:tab pos="3084830" algn="l"/>
                <a:tab pos="3999230" algn="l"/>
                <a:tab pos="4913630" algn="l"/>
                <a:tab pos="5828030" algn="l"/>
                <a:tab pos="6742430" algn="l"/>
                <a:tab pos="7656830" algn="l"/>
                <a:tab pos="8571230" algn="l"/>
                <a:tab pos="9485630" algn="l"/>
                <a:tab pos="10400030" algn="l"/>
              </a:tabLst>
            </a:pPr>
            <a:endParaRPr lang="en-US" altLang="x-none" sz="3200" dirty="0">
              <a:solidFill>
                <a:srgbClr val="000000"/>
              </a:solidFill>
              <a:latin typeface="Comic Sans MS" panose="030F0702030302020204" pitchFamily="66" charset="0"/>
            </a:endParaRPr>
          </a:p>
          <a:p>
            <a:pPr marL="341630" indent="-341630" defTabSz="449580" eaLnBrk="1" hangingPunct="1">
              <a:spcBef>
                <a:spcPts val="800"/>
              </a:spcBef>
              <a:buFont typeface="Comic Sans MS" panose="030F0702030302020204" pitchFamily="66" charset="0"/>
              <a:buChar char="•"/>
              <a:tabLst>
                <a:tab pos="341630" algn="l"/>
                <a:tab pos="1256030" algn="l"/>
                <a:tab pos="2170430" algn="l"/>
                <a:tab pos="3084830" algn="l"/>
                <a:tab pos="3999230" algn="l"/>
                <a:tab pos="4913630" algn="l"/>
                <a:tab pos="5828030" algn="l"/>
                <a:tab pos="6742430" algn="l"/>
                <a:tab pos="7656830" algn="l"/>
                <a:tab pos="8571230" algn="l"/>
                <a:tab pos="9485630" algn="l"/>
                <a:tab pos="10400030" algn="l"/>
              </a:tabLst>
            </a:pPr>
            <a:r>
              <a:rPr lang="en-US" altLang="x-none" sz="3200" dirty="0">
                <a:solidFill>
                  <a:srgbClr val="000000"/>
                </a:solidFill>
                <a:latin typeface="Comic Sans MS" panose="030F0702030302020204" pitchFamily="66" charset="0"/>
              </a:rPr>
              <a:t>Version 4 makes use of DES</a:t>
            </a:r>
          </a:p>
        </p:txBody>
      </p:sp>
    </p:spTree>
    <p:extLst>
      <p:ext uri="{BB962C8B-B14F-4D97-AF65-F5344CB8AC3E}">
        <p14:creationId xmlns:p14="http://schemas.microsoft.com/office/powerpoint/2010/main" val="3069976540"/>
      </p:ext>
    </p:extLst>
  </p:cSld>
  <p:clrMapOvr>
    <a:masterClrMapping/>
  </p:clrMapOvr>
  <p:transition spd="med"/>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p:cNvSpPr>
          <p:nvPr>
            <p:ph type="title"/>
          </p:nvPr>
        </p:nvSpPr>
        <p:spPr>
          <a:ln/>
        </p:spPr>
        <p:txBody>
          <a:bodyPr vert="horz" wrap="square" lIns="90000" tIns="46800" rIns="90000" bIns="46800" anchor="ctr" anchorCtr="0"/>
          <a:lstStyle/>
          <a:p>
            <a:pPr eaLnBrk="1" hangingPunct="1"/>
            <a:r>
              <a:rPr lang="en-AU" altLang="x-none" dirty="0"/>
              <a:t>Kerberos Requirements</a:t>
            </a:r>
          </a:p>
        </p:txBody>
      </p:sp>
      <p:sp>
        <p:nvSpPr>
          <p:cNvPr id="43011" name="Rectangle 3"/>
          <p:cNvSpPr>
            <a:spLocks noGrp="1"/>
          </p:cNvSpPr>
          <p:nvPr>
            <p:ph idx="1"/>
          </p:nvPr>
        </p:nvSpPr>
        <p:spPr>
          <a:ln/>
        </p:spPr>
        <p:txBody>
          <a:bodyPr vert="horz" wrap="square" lIns="90000" tIns="46800" rIns="90000" bIns="46800" anchor="t" anchorCtr="0"/>
          <a:lstStyle/>
          <a:p>
            <a:pPr eaLnBrk="1" hangingPunct="1"/>
            <a:r>
              <a:rPr lang="en-US" altLang="x-none" dirty="0">
                <a:ea typeface="MS PGothic" panose="020B0600070205080204" pitchFamily="34" charset="-128"/>
              </a:rPr>
              <a:t>its first report identified requirements as:</a:t>
            </a:r>
          </a:p>
          <a:p>
            <a:pPr lvl="1" eaLnBrk="1" hangingPunct="1"/>
            <a:r>
              <a:rPr lang="en-US" altLang="x-none" dirty="0">
                <a:ea typeface="MS PGothic" panose="020B0600070205080204" pitchFamily="34" charset="-128"/>
              </a:rPr>
              <a:t>secure</a:t>
            </a:r>
          </a:p>
          <a:p>
            <a:pPr lvl="1" eaLnBrk="1" hangingPunct="1"/>
            <a:r>
              <a:rPr lang="en-US" altLang="x-none" dirty="0">
                <a:ea typeface="MS PGothic" panose="020B0600070205080204" pitchFamily="34" charset="-128"/>
              </a:rPr>
              <a:t>reliable</a:t>
            </a:r>
          </a:p>
          <a:p>
            <a:pPr lvl="1" eaLnBrk="1" hangingPunct="1"/>
            <a:r>
              <a:rPr lang="en-US" altLang="x-none" dirty="0">
                <a:ea typeface="MS PGothic" panose="020B0600070205080204" pitchFamily="34" charset="-128"/>
              </a:rPr>
              <a:t>transparent</a:t>
            </a:r>
          </a:p>
          <a:p>
            <a:pPr lvl="1" eaLnBrk="1" hangingPunct="1"/>
            <a:r>
              <a:rPr lang="en-US" altLang="x-none" dirty="0">
                <a:ea typeface="MS PGothic" panose="020B0600070205080204" pitchFamily="34" charset="-128"/>
              </a:rPr>
              <a:t>scalable</a:t>
            </a:r>
          </a:p>
          <a:p>
            <a:pPr eaLnBrk="1" hangingPunct="1"/>
            <a:r>
              <a:rPr lang="en-US" altLang="x-none" dirty="0">
                <a:ea typeface="MS PGothic" panose="020B0600070205080204" pitchFamily="34" charset="-128"/>
              </a:rPr>
              <a:t>implemented using an authentication protocol based on Needham-Schroeder</a:t>
            </a:r>
            <a:endParaRPr lang="en-AU" altLang="x-none" dirty="0">
              <a:ea typeface="MS PGothic" panose="020B0600070205080204" pitchFamily="34" charset="-128"/>
            </a:endParaRPr>
          </a:p>
        </p:txBody>
      </p:sp>
    </p:spTree>
    <p:extLst>
      <p:ext uri="{BB962C8B-B14F-4D97-AF65-F5344CB8AC3E}">
        <p14:creationId xmlns:p14="http://schemas.microsoft.com/office/powerpoint/2010/main" val="108226134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ext Box 1"/>
          <p:cNvSpPr txBox="1"/>
          <p:nvPr/>
        </p:nvSpPr>
        <p:spPr>
          <a:xfrm>
            <a:off x="6553200" y="6248400"/>
            <a:ext cx="1905000" cy="457200"/>
          </a:xfrm>
          <a:prstGeom prst="rect">
            <a:avLst/>
          </a:prstGeom>
          <a:noFill/>
          <a:ln w="9525">
            <a:noFill/>
          </a:ln>
        </p:spPr>
        <p:txBody>
          <a:bodyPr lIns="90000" tIns="46800" rIns="90000" bIns="46800"/>
          <a:lstStyle/>
          <a:p>
            <a:pPr algn="r" defTabSz="449580">
              <a:lnSpc>
                <a:spcPct val="100000"/>
              </a:lnSpc>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9A0DB2DC-4C9A-4742-B13C-FB6460FD3503}" type="slidenum">
              <a:rPr lang="en-GB" sz="1400" dirty="0">
                <a:solidFill>
                  <a:srgbClr val="000000"/>
                </a:solidFill>
                <a:latin typeface="Times New Roman" panose="02020603050405020304" pitchFamily="18" charset="0"/>
              </a:rPr>
              <a:t>37</a:t>
            </a:fld>
            <a:endParaRPr lang="en-GB" sz="1400" dirty="0">
              <a:solidFill>
                <a:srgbClr val="000000"/>
              </a:solidFill>
              <a:latin typeface="Times New Roman" panose="02020603050405020304" pitchFamily="18" charset="0"/>
            </a:endParaRPr>
          </a:p>
        </p:txBody>
      </p:sp>
      <p:sp>
        <p:nvSpPr>
          <p:cNvPr id="44035" name="Text Box 2"/>
          <p:cNvSpPr txBox="1"/>
          <p:nvPr/>
        </p:nvSpPr>
        <p:spPr>
          <a:xfrm>
            <a:off x="3124200" y="6248400"/>
            <a:ext cx="2895600" cy="457200"/>
          </a:xfrm>
          <a:prstGeom prst="rect">
            <a:avLst/>
          </a:prstGeom>
          <a:noFill/>
          <a:ln w="9525">
            <a:noFill/>
          </a:ln>
        </p:spPr>
        <p:txBody>
          <a:bodyPr lIns="90000" tIns="46800" rIns="90000" bIns="46800"/>
          <a:lstStyle/>
          <a:p>
            <a:pPr algn="ctr" defTabSz="449580">
              <a:lnSpc>
                <a:spcPct val="100000"/>
              </a:lnSpc>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x-none" sz="1400" dirty="0">
                <a:solidFill>
                  <a:srgbClr val="000000"/>
                </a:solidFill>
                <a:latin typeface="Times New Roman" panose="02020603050405020304" pitchFamily="18" charset="0"/>
              </a:rPr>
              <a:t>Henric Johnson</a:t>
            </a:r>
          </a:p>
        </p:txBody>
      </p:sp>
      <p:sp>
        <p:nvSpPr>
          <p:cNvPr id="44036" name="Text Box 3"/>
          <p:cNvSpPr txBox="1"/>
          <p:nvPr/>
        </p:nvSpPr>
        <p:spPr>
          <a:xfrm>
            <a:off x="6553200" y="6248400"/>
            <a:ext cx="1905000" cy="457200"/>
          </a:xfrm>
          <a:prstGeom prst="rect">
            <a:avLst/>
          </a:prstGeom>
          <a:noFill/>
          <a:ln w="9525">
            <a:noFill/>
          </a:ln>
        </p:spPr>
        <p:txBody>
          <a:bodyPr lIns="90000" tIns="46800" rIns="90000" bIns="46800"/>
          <a:lstStyle/>
          <a:p>
            <a:pPr algn="r" defTabSz="449580">
              <a:lnSpc>
                <a:spcPct val="100000"/>
              </a:lnSpc>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9A0DB2DC-4C9A-4742-B13C-FB6460FD3503}" type="slidenum">
              <a:rPr lang="en-US" altLang="x-none" sz="1400" dirty="0">
                <a:solidFill>
                  <a:srgbClr val="000000"/>
                </a:solidFill>
                <a:latin typeface="Times New Roman" panose="02020603050405020304" pitchFamily="18" charset="0"/>
              </a:rPr>
              <a:t>37</a:t>
            </a:fld>
            <a:endParaRPr lang="en-US" altLang="x-none" sz="1400" dirty="0">
              <a:solidFill>
                <a:srgbClr val="000000"/>
              </a:solidFill>
              <a:latin typeface="Times New Roman" panose="02020603050405020304" pitchFamily="18" charset="0"/>
            </a:endParaRPr>
          </a:p>
        </p:txBody>
      </p:sp>
      <p:sp>
        <p:nvSpPr>
          <p:cNvPr id="22532" name="Text Box 4"/>
          <p:cNvSpPr txBox="1">
            <a:spLocks noChangeArrowheads="1"/>
          </p:cNvSpPr>
          <p:nvPr/>
        </p:nvSpPr>
        <p:spPr bwMode="auto">
          <a:xfrm>
            <a:off x="685800" y="609600"/>
            <a:ext cx="7772400" cy="1143000"/>
          </a:xfrm>
          <a:prstGeom prst="rect">
            <a:avLst/>
          </a:prstGeom>
          <a:noFill/>
          <a:ln w="9525">
            <a:noFill/>
            <a:round/>
          </a:ln>
          <a:effectLst/>
        </p:spPr>
        <p:txBody>
          <a:bodyPr lIns="90000" tIns="46800" rIns="90000" bIns="46800"/>
          <a:lstStyle/>
          <a:p>
            <a:pPr marR="0" algn="ctr" defTabSz="449580" eaLnBrk="1" hangingPunct="1">
              <a:lnSpc>
                <a:spcPct val="100000"/>
              </a:lnSpc>
              <a:spcBef>
                <a:spcPct val="0"/>
              </a:spcBef>
              <a:buClr>
                <a:srgbClr val="000000"/>
              </a:buClr>
              <a:buSzPct val="100000"/>
              <a:buFont typeface="Times New Roman" panose="02020603050405020304"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sv-SE" sz="4400" b="1" kern="1200" cap="none" spc="0" normalizeH="0" baseline="0" noProof="0">
                <a:solidFill>
                  <a:srgbClr val="000000"/>
                </a:solidFill>
                <a:effectLst>
                  <a:outerShdw blurRad="38100" dist="38100" dir="2700000" algn="tl">
                    <a:srgbClr val="C0C0C0"/>
                  </a:outerShdw>
                </a:effectLst>
                <a:latin typeface="Comic Sans MS" panose="030F0702030302020204" pitchFamily="66" charset="0"/>
                <a:ea typeface="+mn-ea"/>
                <a:cs typeface="+mn-cs"/>
              </a:rPr>
              <a:t>Kerberos Version 4</a:t>
            </a:r>
          </a:p>
        </p:txBody>
      </p:sp>
      <p:sp>
        <p:nvSpPr>
          <p:cNvPr id="44038" name="Text Box 5"/>
          <p:cNvSpPr txBox="1"/>
          <p:nvPr/>
        </p:nvSpPr>
        <p:spPr>
          <a:xfrm>
            <a:off x="685800" y="1981200"/>
            <a:ext cx="7772400" cy="4495800"/>
          </a:xfrm>
          <a:prstGeom prst="rect">
            <a:avLst/>
          </a:prstGeom>
          <a:solidFill>
            <a:srgbClr val="B2B2B2"/>
          </a:solidFill>
          <a:ln w="9360" cap="flat" cmpd="sng">
            <a:solidFill>
              <a:srgbClr val="000000"/>
            </a:solidFill>
            <a:prstDash val="solid"/>
            <a:miter/>
            <a:headEnd type="none" w="med" len="med"/>
            <a:tailEnd type="none" w="med" len="med"/>
          </a:ln>
        </p:spPr>
        <p:txBody>
          <a:bodyPr lIns="90000" tIns="46800" rIns="90000" bIns="46800"/>
          <a:lstStyle/>
          <a:p>
            <a:pPr marL="341630" indent="-341630" defTabSz="449580" eaLnBrk="1" hangingPunct="1">
              <a:buFont typeface="Comic Sans MS" panose="030F0702030302020204" pitchFamily="66" charset="0"/>
              <a:buChar char="•"/>
              <a:tabLst>
                <a:tab pos="341630" algn="l"/>
                <a:tab pos="1256030" algn="l"/>
                <a:tab pos="2170430" algn="l"/>
                <a:tab pos="3084830" algn="l"/>
                <a:tab pos="3999230" algn="l"/>
                <a:tab pos="4913630" algn="l"/>
                <a:tab pos="5828030" algn="l"/>
                <a:tab pos="6742430" algn="l"/>
                <a:tab pos="7656830" algn="l"/>
                <a:tab pos="8571230" algn="l"/>
                <a:tab pos="9485630" algn="l"/>
                <a:tab pos="10400030" algn="l"/>
              </a:tabLst>
            </a:pPr>
            <a:r>
              <a:rPr lang="en-US" altLang="x-none" dirty="0">
                <a:solidFill>
                  <a:srgbClr val="000000"/>
                </a:solidFill>
                <a:latin typeface="Comic Sans MS" panose="030F0702030302020204" pitchFamily="66" charset="0"/>
              </a:rPr>
              <a:t>Terms:</a:t>
            </a:r>
          </a:p>
          <a:p>
            <a:pPr marL="741680" lvl="1" indent="-284480" defTabSz="449580" eaLnBrk="1" hangingPunct="1">
              <a:spcBef>
                <a:spcPts val="600"/>
              </a:spcBef>
              <a:buFont typeface="Comic Sans MS" panose="030F0702030302020204" pitchFamily="66" charset="0"/>
              <a:buChar char="–"/>
              <a:tabLst>
                <a:tab pos="341630" algn="l"/>
                <a:tab pos="1256030" algn="l"/>
                <a:tab pos="2170430" algn="l"/>
                <a:tab pos="3084830" algn="l"/>
                <a:tab pos="3999230" algn="l"/>
                <a:tab pos="4913630" algn="l"/>
                <a:tab pos="5828030" algn="l"/>
                <a:tab pos="6742430" algn="l"/>
                <a:tab pos="7656830" algn="l"/>
                <a:tab pos="8571230" algn="l"/>
                <a:tab pos="9485630" algn="l"/>
                <a:tab pos="10400030" algn="l"/>
              </a:tabLst>
            </a:pPr>
            <a:r>
              <a:rPr lang="en-US" altLang="x-none" sz="2400" dirty="0">
                <a:solidFill>
                  <a:srgbClr val="000000"/>
                </a:solidFill>
                <a:latin typeface="Comic Sans MS" panose="030F0702030302020204" pitchFamily="66" charset="0"/>
              </a:rPr>
              <a:t>C = Client</a:t>
            </a:r>
          </a:p>
          <a:p>
            <a:pPr marL="741680" lvl="1" indent="-284480" defTabSz="449580" eaLnBrk="1" hangingPunct="1">
              <a:spcBef>
                <a:spcPts val="600"/>
              </a:spcBef>
              <a:buFont typeface="Comic Sans MS" panose="030F0702030302020204" pitchFamily="66" charset="0"/>
              <a:buChar char="–"/>
              <a:tabLst>
                <a:tab pos="341630" algn="l"/>
                <a:tab pos="1256030" algn="l"/>
                <a:tab pos="2170430" algn="l"/>
                <a:tab pos="3084830" algn="l"/>
                <a:tab pos="3999230" algn="l"/>
                <a:tab pos="4913630" algn="l"/>
                <a:tab pos="5828030" algn="l"/>
                <a:tab pos="6742430" algn="l"/>
                <a:tab pos="7656830" algn="l"/>
                <a:tab pos="8571230" algn="l"/>
                <a:tab pos="9485630" algn="l"/>
                <a:tab pos="10400030" algn="l"/>
              </a:tabLst>
            </a:pPr>
            <a:r>
              <a:rPr lang="en-US" altLang="x-none" sz="2400" dirty="0">
                <a:solidFill>
                  <a:srgbClr val="000000"/>
                </a:solidFill>
                <a:latin typeface="Comic Sans MS" panose="030F0702030302020204" pitchFamily="66" charset="0"/>
              </a:rPr>
              <a:t>AS = authentication server</a:t>
            </a:r>
          </a:p>
          <a:p>
            <a:pPr marL="741680" lvl="1" indent="-284480" defTabSz="449580" eaLnBrk="1" hangingPunct="1">
              <a:spcBef>
                <a:spcPts val="600"/>
              </a:spcBef>
              <a:buFont typeface="Comic Sans MS" panose="030F0702030302020204" pitchFamily="66" charset="0"/>
              <a:buChar char="–"/>
              <a:tabLst>
                <a:tab pos="341630" algn="l"/>
                <a:tab pos="1256030" algn="l"/>
                <a:tab pos="2170430" algn="l"/>
                <a:tab pos="3084830" algn="l"/>
                <a:tab pos="3999230" algn="l"/>
                <a:tab pos="4913630" algn="l"/>
                <a:tab pos="5828030" algn="l"/>
                <a:tab pos="6742430" algn="l"/>
                <a:tab pos="7656830" algn="l"/>
                <a:tab pos="8571230" algn="l"/>
                <a:tab pos="9485630" algn="l"/>
                <a:tab pos="10400030" algn="l"/>
              </a:tabLst>
            </a:pPr>
            <a:r>
              <a:rPr lang="en-US" altLang="x-none" sz="2400" dirty="0">
                <a:solidFill>
                  <a:srgbClr val="000000"/>
                </a:solidFill>
                <a:latin typeface="Comic Sans MS" panose="030F0702030302020204" pitchFamily="66" charset="0"/>
              </a:rPr>
              <a:t>V = server</a:t>
            </a:r>
          </a:p>
          <a:p>
            <a:pPr marL="741680" lvl="1" indent="-284480" defTabSz="449580" eaLnBrk="1" hangingPunct="1">
              <a:spcBef>
                <a:spcPts val="600"/>
              </a:spcBef>
              <a:buFont typeface="Comic Sans MS" panose="030F0702030302020204" pitchFamily="66" charset="0"/>
              <a:buChar char="–"/>
              <a:tabLst>
                <a:tab pos="341630" algn="l"/>
                <a:tab pos="1256030" algn="l"/>
                <a:tab pos="2170430" algn="l"/>
                <a:tab pos="3084830" algn="l"/>
                <a:tab pos="3999230" algn="l"/>
                <a:tab pos="4913630" algn="l"/>
                <a:tab pos="5828030" algn="l"/>
                <a:tab pos="6742430" algn="l"/>
                <a:tab pos="7656830" algn="l"/>
                <a:tab pos="8571230" algn="l"/>
                <a:tab pos="9485630" algn="l"/>
                <a:tab pos="10400030" algn="l"/>
              </a:tabLst>
            </a:pPr>
            <a:r>
              <a:rPr lang="en-US" altLang="x-none" sz="2400" dirty="0">
                <a:solidFill>
                  <a:srgbClr val="000000"/>
                </a:solidFill>
                <a:latin typeface="Comic Sans MS" panose="030F0702030302020204" pitchFamily="66" charset="0"/>
              </a:rPr>
              <a:t>ID</a:t>
            </a:r>
            <a:r>
              <a:rPr lang="en-US" altLang="x-none" sz="2000" dirty="0">
                <a:solidFill>
                  <a:srgbClr val="000000"/>
                </a:solidFill>
                <a:latin typeface="Comic Sans MS" panose="030F0702030302020204" pitchFamily="66" charset="0"/>
              </a:rPr>
              <a:t>c</a:t>
            </a:r>
            <a:r>
              <a:rPr lang="en-US" altLang="x-none" sz="2400" dirty="0">
                <a:solidFill>
                  <a:srgbClr val="000000"/>
                </a:solidFill>
                <a:latin typeface="Comic Sans MS" panose="030F0702030302020204" pitchFamily="66" charset="0"/>
              </a:rPr>
              <a:t> = identifier of user on C</a:t>
            </a:r>
          </a:p>
          <a:p>
            <a:pPr marL="741680" lvl="1" indent="-284480" defTabSz="449580" eaLnBrk="1" hangingPunct="1">
              <a:spcBef>
                <a:spcPts val="600"/>
              </a:spcBef>
              <a:buFont typeface="Comic Sans MS" panose="030F0702030302020204" pitchFamily="66" charset="0"/>
              <a:buChar char="–"/>
              <a:tabLst>
                <a:tab pos="341630" algn="l"/>
                <a:tab pos="1256030" algn="l"/>
                <a:tab pos="2170430" algn="l"/>
                <a:tab pos="3084830" algn="l"/>
                <a:tab pos="3999230" algn="l"/>
                <a:tab pos="4913630" algn="l"/>
                <a:tab pos="5828030" algn="l"/>
                <a:tab pos="6742430" algn="l"/>
                <a:tab pos="7656830" algn="l"/>
                <a:tab pos="8571230" algn="l"/>
                <a:tab pos="9485630" algn="l"/>
                <a:tab pos="10400030" algn="l"/>
              </a:tabLst>
            </a:pPr>
            <a:r>
              <a:rPr lang="en-US" altLang="x-none" sz="2400" dirty="0">
                <a:solidFill>
                  <a:srgbClr val="000000"/>
                </a:solidFill>
                <a:latin typeface="Comic Sans MS" panose="030F0702030302020204" pitchFamily="66" charset="0"/>
              </a:rPr>
              <a:t>ID</a:t>
            </a:r>
            <a:r>
              <a:rPr lang="en-US" altLang="x-none" sz="2000" dirty="0">
                <a:solidFill>
                  <a:srgbClr val="000000"/>
                </a:solidFill>
                <a:latin typeface="Comic Sans MS" panose="030F0702030302020204" pitchFamily="66" charset="0"/>
              </a:rPr>
              <a:t>v </a:t>
            </a:r>
            <a:r>
              <a:rPr lang="en-US" altLang="x-none" sz="2400" dirty="0">
                <a:solidFill>
                  <a:srgbClr val="000000"/>
                </a:solidFill>
                <a:latin typeface="Comic Sans MS" panose="030F0702030302020204" pitchFamily="66" charset="0"/>
              </a:rPr>
              <a:t>= identifier of V</a:t>
            </a:r>
          </a:p>
          <a:p>
            <a:pPr marL="741680" lvl="1" indent="-284480" defTabSz="449580" eaLnBrk="1" hangingPunct="1">
              <a:spcBef>
                <a:spcPts val="600"/>
              </a:spcBef>
              <a:buFont typeface="Comic Sans MS" panose="030F0702030302020204" pitchFamily="66" charset="0"/>
              <a:buChar char="–"/>
              <a:tabLst>
                <a:tab pos="341630" algn="l"/>
                <a:tab pos="1256030" algn="l"/>
                <a:tab pos="2170430" algn="l"/>
                <a:tab pos="3084830" algn="l"/>
                <a:tab pos="3999230" algn="l"/>
                <a:tab pos="4913630" algn="l"/>
                <a:tab pos="5828030" algn="l"/>
                <a:tab pos="6742430" algn="l"/>
                <a:tab pos="7656830" algn="l"/>
                <a:tab pos="8571230" algn="l"/>
                <a:tab pos="9485630" algn="l"/>
                <a:tab pos="10400030" algn="l"/>
              </a:tabLst>
            </a:pPr>
            <a:r>
              <a:rPr lang="en-US" altLang="x-none" sz="2400" dirty="0">
                <a:solidFill>
                  <a:srgbClr val="000000"/>
                </a:solidFill>
                <a:latin typeface="Comic Sans MS" panose="030F0702030302020204" pitchFamily="66" charset="0"/>
              </a:rPr>
              <a:t>P</a:t>
            </a:r>
            <a:r>
              <a:rPr lang="en-US" altLang="x-none" sz="2400" baseline="-25000" dirty="0">
                <a:solidFill>
                  <a:srgbClr val="000000"/>
                </a:solidFill>
                <a:latin typeface="Comic Sans MS" panose="030F0702030302020204" pitchFamily="66" charset="0"/>
              </a:rPr>
              <a:t>c </a:t>
            </a:r>
            <a:r>
              <a:rPr lang="en-US" altLang="x-none" sz="2400" dirty="0">
                <a:solidFill>
                  <a:srgbClr val="000000"/>
                </a:solidFill>
                <a:latin typeface="Comic Sans MS" panose="030F0702030302020204" pitchFamily="66" charset="0"/>
              </a:rPr>
              <a:t>= password of user on C</a:t>
            </a:r>
          </a:p>
          <a:p>
            <a:pPr marL="741680" lvl="1" indent="-284480" defTabSz="449580" eaLnBrk="1" hangingPunct="1">
              <a:spcBef>
                <a:spcPts val="600"/>
              </a:spcBef>
              <a:buFont typeface="Comic Sans MS" panose="030F0702030302020204" pitchFamily="66" charset="0"/>
              <a:buChar char="–"/>
              <a:tabLst>
                <a:tab pos="341630" algn="l"/>
                <a:tab pos="1256030" algn="l"/>
                <a:tab pos="2170430" algn="l"/>
                <a:tab pos="3084830" algn="l"/>
                <a:tab pos="3999230" algn="l"/>
                <a:tab pos="4913630" algn="l"/>
                <a:tab pos="5828030" algn="l"/>
                <a:tab pos="6742430" algn="l"/>
                <a:tab pos="7656830" algn="l"/>
                <a:tab pos="8571230" algn="l"/>
                <a:tab pos="9485630" algn="l"/>
                <a:tab pos="10400030" algn="l"/>
              </a:tabLst>
            </a:pPr>
            <a:r>
              <a:rPr lang="en-US" altLang="x-none" sz="2400" dirty="0">
                <a:solidFill>
                  <a:srgbClr val="000000"/>
                </a:solidFill>
                <a:latin typeface="Comic Sans MS" panose="030F0702030302020204" pitchFamily="66" charset="0"/>
              </a:rPr>
              <a:t>ADc</a:t>
            </a:r>
            <a:r>
              <a:rPr lang="en-US" altLang="x-none" sz="2000" dirty="0">
                <a:solidFill>
                  <a:srgbClr val="000000"/>
                </a:solidFill>
                <a:latin typeface="Comic Sans MS" panose="030F0702030302020204" pitchFamily="66" charset="0"/>
              </a:rPr>
              <a:t> </a:t>
            </a:r>
            <a:r>
              <a:rPr lang="en-US" altLang="x-none" sz="2400" dirty="0">
                <a:solidFill>
                  <a:srgbClr val="000000"/>
                </a:solidFill>
                <a:latin typeface="Comic Sans MS" panose="030F0702030302020204" pitchFamily="66" charset="0"/>
              </a:rPr>
              <a:t>= network address of C</a:t>
            </a:r>
          </a:p>
          <a:p>
            <a:pPr marL="741680" lvl="1" indent="-284480" defTabSz="449580" eaLnBrk="1" hangingPunct="1">
              <a:spcBef>
                <a:spcPts val="600"/>
              </a:spcBef>
              <a:buFont typeface="Comic Sans MS" panose="030F0702030302020204" pitchFamily="66" charset="0"/>
              <a:buChar char="–"/>
              <a:tabLst>
                <a:tab pos="341630" algn="l"/>
                <a:tab pos="1256030" algn="l"/>
                <a:tab pos="2170430" algn="l"/>
                <a:tab pos="3084830" algn="l"/>
                <a:tab pos="3999230" algn="l"/>
                <a:tab pos="4913630" algn="l"/>
                <a:tab pos="5828030" algn="l"/>
                <a:tab pos="6742430" algn="l"/>
                <a:tab pos="7656830" algn="l"/>
                <a:tab pos="8571230" algn="l"/>
                <a:tab pos="9485630" algn="l"/>
                <a:tab pos="10400030" algn="l"/>
              </a:tabLst>
            </a:pPr>
            <a:r>
              <a:rPr lang="en-US" altLang="x-none" sz="2400" dirty="0">
                <a:solidFill>
                  <a:srgbClr val="000000"/>
                </a:solidFill>
                <a:latin typeface="Comic Sans MS" panose="030F0702030302020204" pitchFamily="66" charset="0"/>
              </a:rPr>
              <a:t> K</a:t>
            </a:r>
            <a:r>
              <a:rPr lang="en-US" altLang="x-none" sz="2000" dirty="0">
                <a:solidFill>
                  <a:srgbClr val="000000"/>
                </a:solidFill>
                <a:latin typeface="Comic Sans MS" panose="030F0702030302020204" pitchFamily="66" charset="0"/>
              </a:rPr>
              <a:t>v</a:t>
            </a:r>
            <a:r>
              <a:rPr lang="en-US" altLang="x-none" sz="2400" baseline="-25000" dirty="0">
                <a:solidFill>
                  <a:srgbClr val="000000"/>
                </a:solidFill>
                <a:latin typeface="Comic Sans MS" panose="030F0702030302020204" pitchFamily="66" charset="0"/>
              </a:rPr>
              <a:t> </a:t>
            </a:r>
            <a:r>
              <a:rPr lang="en-US" altLang="x-none" sz="2400" dirty="0">
                <a:solidFill>
                  <a:srgbClr val="000000"/>
                </a:solidFill>
                <a:latin typeface="Comic Sans MS" panose="030F0702030302020204" pitchFamily="66" charset="0"/>
              </a:rPr>
              <a:t>= secret encryption key shared by AS and V</a:t>
            </a:r>
          </a:p>
          <a:p>
            <a:pPr marL="741680" lvl="1" indent="-284480" defTabSz="449580" eaLnBrk="1" hangingPunct="1">
              <a:spcBef>
                <a:spcPts val="600"/>
              </a:spcBef>
              <a:buFont typeface="Comic Sans MS" panose="030F0702030302020204" pitchFamily="66" charset="0"/>
              <a:buChar char="–"/>
              <a:tabLst>
                <a:tab pos="341630" algn="l"/>
                <a:tab pos="1256030" algn="l"/>
                <a:tab pos="2170430" algn="l"/>
                <a:tab pos="3084830" algn="l"/>
                <a:tab pos="3999230" algn="l"/>
                <a:tab pos="4913630" algn="l"/>
                <a:tab pos="5828030" algn="l"/>
                <a:tab pos="6742430" algn="l"/>
                <a:tab pos="7656830" algn="l"/>
                <a:tab pos="8571230" algn="l"/>
                <a:tab pos="9485630" algn="l"/>
                <a:tab pos="10400030" algn="l"/>
              </a:tabLst>
            </a:pPr>
            <a:r>
              <a:rPr lang="sv-SE" altLang="x-none" sz="2400" dirty="0">
                <a:solidFill>
                  <a:srgbClr val="000000"/>
                </a:solidFill>
                <a:latin typeface="Comic Sans MS" panose="030F0702030302020204" pitchFamily="66" charset="0"/>
              </a:rPr>
              <a:t>TS = timestamp</a:t>
            </a:r>
          </a:p>
          <a:p>
            <a:pPr marL="741680" lvl="1" indent="-284480" defTabSz="449580" eaLnBrk="1" hangingPunct="1">
              <a:spcBef>
                <a:spcPts val="600"/>
              </a:spcBef>
              <a:buFont typeface="Comic Sans MS" panose="030F0702030302020204" pitchFamily="66" charset="0"/>
              <a:buChar char="–"/>
              <a:tabLst>
                <a:tab pos="341630" algn="l"/>
                <a:tab pos="1256030" algn="l"/>
                <a:tab pos="2170430" algn="l"/>
                <a:tab pos="3084830" algn="l"/>
                <a:tab pos="3999230" algn="l"/>
                <a:tab pos="4913630" algn="l"/>
                <a:tab pos="5828030" algn="l"/>
                <a:tab pos="6742430" algn="l"/>
                <a:tab pos="7656830" algn="l"/>
                <a:tab pos="8571230" algn="l"/>
                <a:tab pos="9485630" algn="l"/>
                <a:tab pos="10400030" algn="l"/>
              </a:tabLst>
            </a:pPr>
            <a:r>
              <a:rPr lang="sv-SE" altLang="x-none" sz="2400" dirty="0">
                <a:solidFill>
                  <a:srgbClr val="000000"/>
                </a:solidFill>
                <a:latin typeface="Comic Sans MS" panose="030F0702030302020204" pitchFamily="66" charset="0"/>
              </a:rPr>
              <a:t>|| = concatenation</a:t>
            </a:r>
          </a:p>
          <a:p>
            <a:pPr marL="741680" lvl="1" indent="-284480" defTabSz="449580" eaLnBrk="1" hangingPunct="1">
              <a:spcBef>
                <a:spcPts val="600"/>
              </a:spcBef>
              <a:buFont typeface="Comic Sans MS" panose="030F0702030302020204" pitchFamily="66" charset="0"/>
              <a:tabLst>
                <a:tab pos="341630" algn="l"/>
                <a:tab pos="1256030" algn="l"/>
                <a:tab pos="2170430" algn="l"/>
                <a:tab pos="3084830" algn="l"/>
                <a:tab pos="3999230" algn="l"/>
                <a:tab pos="4913630" algn="l"/>
                <a:tab pos="5828030" algn="l"/>
                <a:tab pos="6742430" algn="l"/>
                <a:tab pos="7656830" algn="l"/>
                <a:tab pos="8571230" algn="l"/>
                <a:tab pos="9485630" algn="l"/>
                <a:tab pos="10400030" algn="l"/>
              </a:tabLst>
            </a:pPr>
            <a:endParaRPr lang="en-US" altLang="x-none" sz="2400" dirty="0">
              <a:solidFill>
                <a:srgbClr val="000000"/>
              </a:solidFill>
              <a:latin typeface="Comic Sans MS" panose="030F0702030302020204" pitchFamily="66" charset="0"/>
            </a:endParaRPr>
          </a:p>
          <a:p>
            <a:pPr marL="341630" indent="-341630" defTabSz="449580" eaLnBrk="1" hangingPunct="1">
              <a:spcBef>
                <a:spcPts val="600"/>
              </a:spcBef>
              <a:buClrTx/>
              <a:buSzTx/>
              <a:buFontTx/>
              <a:tabLst>
                <a:tab pos="341630" algn="l"/>
                <a:tab pos="1256030" algn="l"/>
                <a:tab pos="2170430" algn="l"/>
                <a:tab pos="3084830" algn="l"/>
                <a:tab pos="3999230" algn="l"/>
                <a:tab pos="4913630" algn="l"/>
                <a:tab pos="5828030" algn="l"/>
                <a:tab pos="6742430" algn="l"/>
                <a:tab pos="7656830" algn="l"/>
                <a:tab pos="8571230" algn="l"/>
                <a:tab pos="9485630" algn="l"/>
                <a:tab pos="10400030" algn="l"/>
              </a:tabLst>
            </a:pPr>
            <a:endParaRPr lang="en-US" altLang="x-none" sz="2400" dirty="0">
              <a:solidFill>
                <a:srgbClr val="000000"/>
              </a:solidFill>
              <a:latin typeface="Comic Sans MS" panose="030F0702030302020204" pitchFamily="66" charset="0"/>
            </a:endParaRPr>
          </a:p>
          <a:p>
            <a:pPr marL="741680" lvl="1" indent="-284480" defTabSz="449580" eaLnBrk="1" hangingPunct="1">
              <a:spcBef>
                <a:spcPts val="600"/>
              </a:spcBef>
              <a:buFont typeface="Comic Sans MS" panose="030F0702030302020204" pitchFamily="66" charset="0"/>
              <a:tabLst>
                <a:tab pos="341630" algn="l"/>
                <a:tab pos="1256030" algn="l"/>
                <a:tab pos="2170430" algn="l"/>
                <a:tab pos="3084830" algn="l"/>
                <a:tab pos="3999230" algn="l"/>
                <a:tab pos="4913630" algn="l"/>
                <a:tab pos="5828030" algn="l"/>
                <a:tab pos="6742430" algn="l"/>
                <a:tab pos="7656830" algn="l"/>
                <a:tab pos="8571230" algn="l"/>
                <a:tab pos="9485630" algn="l"/>
                <a:tab pos="10400030" algn="l"/>
              </a:tabLst>
            </a:pPr>
            <a:endParaRPr lang="en-US" altLang="x-none" sz="2400" dirty="0">
              <a:solidFill>
                <a:srgbClr val="000000"/>
              </a:solidFill>
              <a:latin typeface="Comic Sans MS" panose="030F0702030302020204" pitchFamily="66" charset="0"/>
            </a:endParaRPr>
          </a:p>
        </p:txBody>
      </p:sp>
    </p:spTree>
    <p:extLst>
      <p:ext uri="{BB962C8B-B14F-4D97-AF65-F5344CB8AC3E}">
        <p14:creationId xmlns:p14="http://schemas.microsoft.com/office/powerpoint/2010/main" val="1042448996"/>
      </p:ext>
    </p:extLst>
  </p:cSld>
  <p:clrMapOvr>
    <a:masterClrMapping/>
  </p:clrMapOvr>
  <p:transition spd="med"/>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ext Box 1"/>
          <p:cNvSpPr txBox="1"/>
          <p:nvPr/>
        </p:nvSpPr>
        <p:spPr>
          <a:xfrm>
            <a:off x="6553200" y="6248400"/>
            <a:ext cx="1905000" cy="457200"/>
          </a:xfrm>
          <a:prstGeom prst="rect">
            <a:avLst/>
          </a:prstGeom>
          <a:noFill/>
          <a:ln w="9525">
            <a:noFill/>
          </a:ln>
        </p:spPr>
        <p:txBody>
          <a:bodyPr lIns="90000" tIns="46800" rIns="90000" bIns="46800"/>
          <a:lstStyle/>
          <a:p>
            <a:pPr algn="r" defTabSz="449580">
              <a:lnSpc>
                <a:spcPct val="100000"/>
              </a:lnSpc>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9A0DB2DC-4C9A-4742-B13C-FB6460FD3503}" type="slidenum">
              <a:rPr lang="en-GB" sz="1400" dirty="0">
                <a:solidFill>
                  <a:srgbClr val="000000"/>
                </a:solidFill>
                <a:latin typeface="Times New Roman" panose="02020603050405020304" pitchFamily="18" charset="0"/>
              </a:rPr>
              <a:t>38</a:t>
            </a:fld>
            <a:endParaRPr lang="en-GB" sz="1400" dirty="0">
              <a:solidFill>
                <a:srgbClr val="000000"/>
              </a:solidFill>
              <a:latin typeface="Times New Roman" panose="02020603050405020304" pitchFamily="18" charset="0"/>
            </a:endParaRPr>
          </a:p>
        </p:txBody>
      </p:sp>
      <p:sp>
        <p:nvSpPr>
          <p:cNvPr id="45059" name="Text Box 2"/>
          <p:cNvSpPr txBox="1"/>
          <p:nvPr/>
        </p:nvSpPr>
        <p:spPr>
          <a:xfrm>
            <a:off x="6553200" y="6248400"/>
            <a:ext cx="1905000" cy="457200"/>
          </a:xfrm>
          <a:prstGeom prst="rect">
            <a:avLst/>
          </a:prstGeom>
          <a:noFill/>
          <a:ln w="9525">
            <a:noFill/>
          </a:ln>
        </p:spPr>
        <p:txBody>
          <a:bodyPr lIns="90000" tIns="46800" rIns="90000" bIns="46800"/>
          <a:lstStyle/>
          <a:p>
            <a:pPr algn="r" defTabSz="449580">
              <a:lnSpc>
                <a:spcPct val="100000"/>
              </a:lnSpc>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9A0DB2DC-4C9A-4742-B13C-FB6460FD3503}" type="slidenum">
              <a:rPr lang="en-US" altLang="x-none" sz="1400" dirty="0">
                <a:solidFill>
                  <a:srgbClr val="000000"/>
                </a:solidFill>
                <a:latin typeface="Times New Roman" panose="02020603050405020304" pitchFamily="18" charset="0"/>
              </a:rPr>
              <a:t>38</a:t>
            </a:fld>
            <a:endParaRPr lang="en-US" altLang="x-none" sz="1400" dirty="0">
              <a:solidFill>
                <a:srgbClr val="000000"/>
              </a:solidFill>
              <a:latin typeface="Times New Roman" panose="02020603050405020304" pitchFamily="18" charset="0"/>
            </a:endParaRPr>
          </a:p>
        </p:txBody>
      </p:sp>
      <p:sp>
        <p:nvSpPr>
          <p:cNvPr id="23555" name="Text Box 3"/>
          <p:cNvSpPr txBox="1">
            <a:spLocks noChangeArrowheads="1"/>
          </p:cNvSpPr>
          <p:nvPr/>
        </p:nvSpPr>
        <p:spPr bwMode="auto">
          <a:xfrm>
            <a:off x="685800" y="0"/>
            <a:ext cx="7772400" cy="685800"/>
          </a:xfrm>
          <a:prstGeom prst="rect">
            <a:avLst/>
          </a:prstGeom>
          <a:noFill/>
          <a:ln w="9525">
            <a:noFill/>
            <a:round/>
          </a:ln>
          <a:effectLst/>
        </p:spPr>
        <p:txBody>
          <a:bodyPr lIns="90000" tIns="46800" rIns="90000" bIns="46800"/>
          <a:lstStyle/>
          <a:p>
            <a:pPr marR="0" algn="ctr" defTabSz="449580" eaLnBrk="1" hangingPunct="1">
              <a:lnSpc>
                <a:spcPct val="100000"/>
              </a:lnSpc>
              <a:spcBef>
                <a:spcPct val="0"/>
              </a:spcBef>
              <a:buClr>
                <a:srgbClr val="000000"/>
              </a:buClr>
              <a:buSzPct val="100000"/>
              <a:buFont typeface="Times New Roman" panose="02020603050405020304"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sv-SE" sz="3600" b="1" kern="1200" cap="none" spc="0" normalizeH="0" baseline="0" noProof="0" dirty="0">
                <a:solidFill>
                  <a:srgbClr val="000000"/>
                </a:solidFill>
                <a:effectLst>
                  <a:outerShdw blurRad="38100" dist="38100" dir="2700000" algn="tl">
                    <a:srgbClr val="C0C0C0"/>
                  </a:outerShdw>
                </a:effectLst>
                <a:latin typeface="Comic Sans MS" panose="030F0702030302020204" pitchFamily="66" charset="0"/>
                <a:ea typeface="+mn-ea"/>
                <a:cs typeface="+mn-cs"/>
              </a:rPr>
              <a:t>A Simple Authentication Dialogue</a:t>
            </a:r>
          </a:p>
        </p:txBody>
      </p:sp>
      <p:sp>
        <p:nvSpPr>
          <p:cNvPr id="45061" name="Text Box 4"/>
          <p:cNvSpPr txBox="1"/>
          <p:nvPr/>
        </p:nvSpPr>
        <p:spPr>
          <a:xfrm>
            <a:off x="550003" y="954088"/>
            <a:ext cx="7772400" cy="2286000"/>
          </a:xfrm>
          <a:prstGeom prst="rect">
            <a:avLst/>
          </a:prstGeom>
          <a:solidFill>
            <a:srgbClr val="B2B2B2"/>
          </a:solidFill>
          <a:ln w="9360" cap="flat" cmpd="sng">
            <a:solidFill>
              <a:srgbClr val="000000"/>
            </a:solidFill>
            <a:prstDash val="solid"/>
            <a:miter/>
            <a:headEnd type="none" w="med" len="med"/>
            <a:tailEnd type="none" w="med" len="med"/>
          </a:ln>
        </p:spPr>
        <p:txBody>
          <a:bodyPr lIns="90000" tIns="46800" rIns="90000" bIns="46800"/>
          <a:lstStyle/>
          <a:p>
            <a:pPr marL="608330" indent="-608330" defTabSz="449580" eaLnBrk="1" hangingPunct="1">
              <a:lnSpc>
                <a:spcPct val="100000"/>
              </a:lnSpc>
              <a:buFont typeface="Times New Roman" panose="02020603050405020304" pitchFamily="18" charset="0"/>
              <a:buAutoNum type="arabicParenBoth"/>
              <a:tabLst>
                <a:tab pos="911225" algn="l"/>
                <a:tab pos="1825625" algn="l"/>
                <a:tab pos="2740025" algn="l"/>
                <a:tab pos="3654425" algn="l"/>
                <a:tab pos="4568825" algn="l"/>
                <a:tab pos="5483225" algn="l"/>
                <a:tab pos="6397625" algn="l"/>
                <a:tab pos="7312025" algn="l"/>
                <a:tab pos="8226425" algn="l"/>
                <a:tab pos="9140825" algn="l"/>
                <a:tab pos="10055225" algn="l"/>
              </a:tabLst>
            </a:pPr>
            <a:r>
              <a:rPr lang="sv-SE" altLang="x-none" dirty="0">
                <a:solidFill>
                  <a:srgbClr val="000000"/>
                </a:solidFill>
                <a:latin typeface="Comic Sans MS" panose="030F0702030302020204" pitchFamily="66" charset="0"/>
              </a:rPr>
              <a:t>C </a:t>
            </a:r>
            <a:r>
              <a:rPr lang="en-US" altLang="x-none" sz="2400" dirty="0">
                <a:solidFill>
                  <a:srgbClr val="000000"/>
                </a:solidFill>
                <a:latin typeface="Wingdings 3" panose="05040102010807070707" pitchFamily="18" charset="2"/>
              </a:rPr>
              <a:t></a:t>
            </a:r>
            <a:r>
              <a:rPr lang="sv-SE" altLang="x-none" sz="2400" dirty="0">
                <a:solidFill>
                  <a:srgbClr val="000000"/>
                </a:solidFill>
                <a:latin typeface="Comic Sans MS" panose="030F0702030302020204" pitchFamily="66" charset="0"/>
              </a:rPr>
              <a:t> </a:t>
            </a:r>
            <a:r>
              <a:rPr lang="sv-SE" altLang="x-none" dirty="0">
                <a:solidFill>
                  <a:srgbClr val="000000"/>
                </a:solidFill>
                <a:latin typeface="Comic Sans MS" panose="030F0702030302020204" pitchFamily="66" charset="0"/>
              </a:rPr>
              <a:t>AS: 	</a:t>
            </a:r>
            <a:r>
              <a:rPr lang="en-US" altLang="x-none" dirty="0">
                <a:solidFill>
                  <a:srgbClr val="000000"/>
                </a:solidFill>
                <a:latin typeface="Comic Sans MS" panose="030F0702030302020204" pitchFamily="66" charset="0"/>
              </a:rPr>
              <a:t>I</a:t>
            </a:r>
            <a:r>
              <a:rPr lang="sv-SE" altLang="x-none" dirty="0">
                <a:solidFill>
                  <a:srgbClr val="000000"/>
                </a:solidFill>
                <a:latin typeface="Comic Sans MS" panose="030F0702030302020204" pitchFamily="66" charset="0"/>
              </a:rPr>
              <a:t>D</a:t>
            </a:r>
            <a:r>
              <a:rPr lang="en-US" altLang="x-none" sz="2400" dirty="0">
                <a:solidFill>
                  <a:srgbClr val="000000"/>
                </a:solidFill>
                <a:latin typeface="Comic Sans MS" panose="030F0702030302020204" pitchFamily="66" charset="0"/>
              </a:rPr>
              <a:t>c </a:t>
            </a:r>
            <a:r>
              <a:rPr lang="sv-SE" altLang="x-none" dirty="0">
                <a:solidFill>
                  <a:srgbClr val="000000"/>
                </a:solidFill>
                <a:latin typeface="Comic Sans MS" panose="030F0702030302020204" pitchFamily="66" charset="0"/>
              </a:rPr>
              <a:t>||</a:t>
            </a:r>
            <a:r>
              <a:rPr lang="sv-SE" altLang="x-none" sz="2400" dirty="0">
                <a:solidFill>
                  <a:srgbClr val="000000"/>
                </a:solidFill>
                <a:latin typeface="Comic Sans MS" panose="030F0702030302020204" pitchFamily="66" charset="0"/>
              </a:rPr>
              <a:t> </a:t>
            </a:r>
            <a:r>
              <a:rPr lang="en-US" altLang="x-none" dirty="0">
                <a:solidFill>
                  <a:srgbClr val="000000"/>
                </a:solidFill>
                <a:latin typeface="Comic Sans MS" panose="030F0702030302020204" pitchFamily="66" charset="0"/>
              </a:rPr>
              <a:t>P</a:t>
            </a:r>
            <a:r>
              <a:rPr lang="en-US" altLang="x-none" baseline="-25000" dirty="0">
                <a:solidFill>
                  <a:srgbClr val="000000"/>
                </a:solidFill>
                <a:latin typeface="Comic Sans MS" panose="030F0702030302020204" pitchFamily="66" charset="0"/>
              </a:rPr>
              <a:t>c </a:t>
            </a:r>
            <a:r>
              <a:rPr lang="sv-SE" altLang="x-none" dirty="0">
                <a:solidFill>
                  <a:srgbClr val="000000"/>
                </a:solidFill>
                <a:latin typeface="Comic Sans MS" panose="030F0702030302020204" pitchFamily="66" charset="0"/>
              </a:rPr>
              <a:t>|| </a:t>
            </a:r>
            <a:r>
              <a:rPr lang="en-US" altLang="x-none" dirty="0">
                <a:solidFill>
                  <a:srgbClr val="000000"/>
                </a:solidFill>
                <a:latin typeface="Comic Sans MS" panose="030F0702030302020204" pitchFamily="66" charset="0"/>
              </a:rPr>
              <a:t>I</a:t>
            </a:r>
            <a:r>
              <a:rPr lang="sv-SE" altLang="x-none" dirty="0">
                <a:solidFill>
                  <a:srgbClr val="000000"/>
                </a:solidFill>
                <a:latin typeface="Comic Sans MS" panose="030F0702030302020204" pitchFamily="66" charset="0"/>
              </a:rPr>
              <a:t>D</a:t>
            </a:r>
            <a:r>
              <a:rPr lang="en-US" altLang="x-none" sz="2400" dirty="0">
                <a:solidFill>
                  <a:srgbClr val="000000"/>
                </a:solidFill>
                <a:latin typeface="Comic Sans MS" panose="030F0702030302020204" pitchFamily="66" charset="0"/>
              </a:rPr>
              <a:t>v</a:t>
            </a:r>
          </a:p>
          <a:p>
            <a:pPr marL="608330" indent="-608330" defTabSz="449580" eaLnBrk="1" hangingPunct="1">
              <a:lnSpc>
                <a:spcPct val="100000"/>
              </a:lnSpc>
              <a:buFont typeface="Times New Roman" panose="02020603050405020304" pitchFamily="18" charset="0"/>
              <a:buAutoNum type="arabicParenBoth"/>
              <a:tabLst>
                <a:tab pos="911225" algn="l"/>
                <a:tab pos="1825625" algn="l"/>
                <a:tab pos="2740025" algn="l"/>
                <a:tab pos="3654425" algn="l"/>
                <a:tab pos="4568825" algn="l"/>
                <a:tab pos="5483225" algn="l"/>
                <a:tab pos="6397625" algn="l"/>
                <a:tab pos="7312025" algn="l"/>
                <a:tab pos="8226425" algn="l"/>
                <a:tab pos="9140825" algn="l"/>
                <a:tab pos="10055225" algn="l"/>
              </a:tabLst>
            </a:pPr>
            <a:r>
              <a:rPr lang="sv-SE" altLang="x-none" sz="2400" dirty="0">
                <a:solidFill>
                  <a:srgbClr val="000000"/>
                </a:solidFill>
                <a:latin typeface="Comic Sans MS" panose="030F0702030302020204" pitchFamily="66" charset="0"/>
              </a:rPr>
              <a:t>AS </a:t>
            </a:r>
            <a:r>
              <a:rPr lang="en-US" altLang="x-none" sz="2400" dirty="0">
                <a:solidFill>
                  <a:srgbClr val="000000"/>
                </a:solidFill>
                <a:latin typeface="Wingdings 3" panose="05040102010807070707" pitchFamily="18" charset="2"/>
              </a:rPr>
              <a:t></a:t>
            </a:r>
            <a:r>
              <a:rPr lang="sv-SE" altLang="x-none" sz="2400" dirty="0">
                <a:solidFill>
                  <a:srgbClr val="000000"/>
                </a:solidFill>
                <a:latin typeface="Comic Sans MS" panose="030F0702030302020204" pitchFamily="66" charset="0"/>
              </a:rPr>
              <a:t> C:		Ticket</a:t>
            </a:r>
          </a:p>
          <a:p>
            <a:pPr marL="608330" indent="-608330" defTabSz="449580" eaLnBrk="1" hangingPunct="1">
              <a:lnSpc>
                <a:spcPct val="100000"/>
              </a:lnSpc>
              <a:buFont typeface="Times New Roman" panose="02020603050405020304" pitchFamily="18" charset="0"/>
              <a:buAutoNum type="arabicParenBoth"/>
              <a:tabLst>
                <a:tab pos="911225" algn="l"/>
                <a:tab pos="1825625" algn="l"/>
                <a:tab pos="2740025" algn="l"/>
                <a:tab pos="3654425" algn="l"/>
                <a:tab pos="4568825" algn="l"/>
                <a:tab pos="5483225" algn="l"/>
                <a:tab pos="6397625" algn="l"/>
                <a:tab pos="7312025" algn="l"/>
                <a:tab pos="8226425" algn="l"/>
                <a:tab pos="9140825" algn="l"/>
                <a:tab pos="10055225" algn="l"/>
              </a:tabLst>
            </a:pPr>
            <a:r>
              <a:rPr lang="sv-SE" altLang="x-none" sz="2400" dirty="0">
                <a:solidFill>
                  <a:srgbClr val="000000"/>
                </a:solidFill>
                <a:latin typeface="Comic Sans MS" panose="030F0702030302020204" pitchFamily="66" charset="0"/>
              </a:rPr>
              <a:t>C	 </a:t>
            </a:r>
            <a:r>
              <a:rPr lang="sv-SE" altLang="x-none" sz="2400" dirty="0">
                <a:solidFill>
                  <a:srgbClr val="000000"/>
                </a:solidFill>
                <a:latin typeface="Wingdings 3" panose="05040102010807070707" pitchFamily="18" charset="2"/>
              </a:rPr>
              <a:t></a:t>
            </a:r>
            <a:r>
              <a:rPr lang="sv-SE" altLang="x-none" sz="2400" dirty="0">
                <a:solidFill>
                  <a:srgbClr val="000000"/>
                </a:solidFill>
                <a:latin typeface="Comic Sans MS" panose="030F0702030302020204" pitchFamily="66" charset="0"/>
              </a:rPr>
              <a:t> V:		 </a:t>
            </a:r>
            <a:r>
              <a:rPr lang="en-US" altLang="x-none" dirty="0">
                <a:solidFill>
                  <a:srgbClr val="000000"/>
                </a:solidFill>
                <a:latin typeface="Comic Sans MS" panose="030F0702030302020204" pitchFamily="66" charset="0"/>
              </a:rPr>
              <a:t>I</a:t>
            </a:r>
            <a:r>
              <a:rPr lang="sv-SE" altLang="x-none" dirty="0">
                <a:solidFill>
                  <a:srgbClr val="000000"/>
                </a:solidFill>
                <a:latin typeface="Comic Sans MS" panose="030F0702030302020204" pitchFamily="66" charset="0"/>
              </a:rPr>
              <a:t>D</a:t>
            </a:r>
            <a:r>
              <a:rPr lang="en-US" altLang="x-none" sz="2400" dirty="0">
                <a:solidFill>
                  <a:srgbClr val="000000"/>
                </a:solidFill>
                <a:latin typeface="Comic Sans MS" panose="030F0702030302020204" pitchFamily="66" charset="0"/>
              </a:rPr>
              <a:t>c </a:t>
            </a:r>
            <a:r>
              <a:rPr lang="sv-SE" altLang="x-none" dirty="0">
                <a:solidFill>
                  <a:srgbClr val="000000"/>
                </a:solidFill>
                <a:latin typeface="Comic Sans MS" panose="030F0702030302020204" pitchFamily="66" charset="0"/>
              </a:rPr>
              <a:t>||</a:t>
            </a:r>
            <a:r>
              <a:rPr lang="sv-SE" altLang="x-none" sz="2400" dirty="0">
                <a:solidFill>
                  <a:srgbClr val="000000"/>
                </a:solidFill>
                <a:latin typeface="Comic Sans MS" panose="030F0702030302020204" pitchFamily="66" charset="0"/>
              </a:rPr>
              <a:t> Ticket</a:t>
            </a:r>
          </a:p>
          <a:p>
            <a:pPr marL="608330" indent="-608330" defTabSz="449580" eaLnBrk="1" hangingPunct="1">
              <a:lnSpc>
                <a:spcPct val="100000"/>
              </a:lnSpc>
              <a:buClrTx/>
              <a:buSzTx/>
              <a:buFontTx/>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sv-SE" altLang="x-none" sz="2400" dirty="0">
                <a:solidFill>
                  <a:srgbClr val="000000"/>
                </a:solidFill>
                <a:latin typeface="Comic Sans MS" panose="030F0702030302020204" pitchFamily="66" charset="0"/>
              </a:rPr>
              <a:t>	Ticket = E</a:t>
            </a:r>
            <a:r>
              <a:rPr lang="sv-SE" altLang="x-none" sz="2400" baseline="-25000" dirty="0">
                <a:solidFill>
                  <a:srgbClr val="000000"/>
                </a:solidFill>
                <a:latin typeface="Comic Sans MS" panose="030F0702030302020204" pitchFamily="66" charset="0"/>
              </a:rPr>
              <a:t>K</a:t>
            </a:r>
            <a:r>
              <a:rPr lang="sv-SE" altLang="x-none" sz="2000" baseline="-25000" dirty="0">
                <a:solidFill>
                  <a:srgbClr val="000000"/>
                </a:solidFill>
                <a:latin typeface="Comic Sans MS" panose="030F0702030302020204" pitchFamily="66" charset="0"/>
              </a:rPr>
              <a:t>v</a:t>
            </a:r>
            <a:r>
              <a:rPr lang="sv-SE" altLang="x-none" sz="2400" dirty="0">
                <a:solidFill>
                  <a:srgbClr val="000000"/>
                </a:solidFill>
                <a:latin typeface="Comic Sans MS" panose="030F0702030302020204" pitchFamily="66" charset="0"/>
              </a:rPr>
              <a:t>[</a:t>
            </a:r>
            <a:r>
              <a:rPr lang="en-US" altLang="x-none" dirty="0">
                <a:solidFill>
                  <a:srgbClr val="000000"/>
                </a:solidFill>
                <a:latin typeface="Comic Sans MS" panose="030F0702030302020204" pitchFamily="66" charset="0"/>
              </a:rPr>
              <a:t>I</a:t>
            </a:r>
            <a:r>
              <a:rPr lang="sv-SE" altLang="x-none" dirty="0">
                <a:solidFill>
                  <a:srgbClr val="000000"/>
                </a:solidFill>
                <a:latin typeface="Comic Sans MS" panose="030F0702030302020204" pitchFamily="66" charset="0"/>
              </a:rPr>
              <a:t>D</a:t>
            </a:r>
            <a:r>
              <a:rPr lang="en-US" altLang="x-none" sz="2400" dirty="0">
                <a:solidFill>
                  <a:srgbClr val="000000"/>
                </a:solidFill>
                <a:latin typeface="Comic Sans MS" panose="030F0702030302020204" pitchFamily="66" charset="0"/>
              </a:rPr>
              <a:t>c </a:t>
            </a:r>
            <a:r>
              <a:rPr lang="sv-SE" altLang="x-none" dirty="0">
                <a:solidFill>
                  <a:srgbClr val="000000"/>
                </a:solidFill>
                <a:latin typeface="Comic Sans MS" panose="030F0702030302020204" pitchFamily="66" charset="0"/>
              </a:rPr>
              <a:t>||</a:t>
            </a:r>
            <a:r>
              <a:rPr lang="sv-SE" altLang="x-none" sz="2400" dirty="0">
                <a:solidFill>
                  <a:srgbClr val="000000"/>
                </a:solidFill>
                <a:latin typeface="Comic Sans MS" panose="030F0702030302020204" pitchFamily="66" charset="0"/>
              </a:rPr>
              <a:t> AD</a:t>
            </a:r>
            <a:r>
              <a:rPr lang="en-US" altLang="x-none" baseline="-25000" dirty="0">
                <a:solidFill>
                  <a:srgbClr val="000000"/>
                </a:solidFill>
                <a:latin typeface="Comic Sans MS" panose="030F0702030302020204" pitchFamily="66" charset="0"/>
              </a:rPr>
              <a:t>c </a:t>
            </a:r>
            <a:r>
              <a:rPr lang="sv-SE" altLang="x-none" dirty="0">
                <a:solidFill>
                  <a:srgbClr val="000000"/>
                </a:solidFill>
                <a:latin typeface="Comic Sans MS" panose="030F0702030302020204" pitchFamily="66" charset="0"/>
              </a:rPr>
              <a:t>|| </a:t>
            </a:r>
            <a:r>
              <a:rPr lang="en-US" altLang="x-none" dirty="0">
                <a:solidFill>
                  <a:srgbClr val="000000"/>
                </a:solidFill>
                <a:latin typeface="Comic Sans MS" panose="030F0702030302020204" pitchFamily="66" charset="0"/>
              </a:rPr>
              <a:t>I</a:t>
            </a:r>
            <a:r>
              <a:rPr lang="sv-SE" altLang="x-none" dirty="0">
                <a:solidFill>
                  <a:srgbClr val="000000"/>
                </a:solidFill>
                <a:latin typeface="Comic Sans MS" panose="030F0702030302020204" pitchFamily="66" charset="0"/>
              </a:rPr>
              <a:t>D</a:t>
            </a:r>
            <a:r>
              <a:rPr lang="en-US" altLang="x-none" sz="2400" dirty="0">
                <a:solidFill>
                  <a:srgbClr val="000000"/>
                </a:solidFill>
                <a:latin typeface="Comic Sans MS" panose="030F0702030302020204" pitchFamily="66" charset="0"/>
              </a:rPr>
              <a:t>v</a:t>
            </a:r>
            <a:r>
              <a:rPr lang="sv-SE" altLang="x-none" sz="2400" dirty="0">
                <a:solidFill>
                  <a:srgbClr val="000000"/>
                </a:solidFill>
                <a:latin typeface="Comic Sans MS" panose="030F0702030302020204" pitchFamily="66" charset="0"/>
              </a:rPr>
              <a:t>]</a:t>
            </a:r>
          </a:p>
        </p:txBody>
      </p:sp>
      <p:sp>
        <p:nvSpPr>
          <p:cNvPr id="7" name="Can 6"/>
          <p:cNvSpPr/>
          <p:nvPr/>
        </p:nvSpPr>
        <p:spPr>
          <a:xfrm>
            <a:off x="5486400" y="3581400"/>
            <a:ext cx="914400" cy="838200"/>
          </a:xfrm>
          <a:prstGeom prst="can">
            <a:avLst>
              <a:gd name="adj" fmla="val 25000"/>
            </a:avLst>
          </a:prstGeom>
          <a:solidFill>
            <a:srgbClr val="00B8FF"/>
          </a:solidFill>
          <a:ln w="9525" cap="flat" cmpd="sng">
            <a:solidFill>
              <a:schemeClr val="tx1"/>
            </a:solidFill>
            <a:prstDash val="solid"/>
            <a:headEnd type="none" w="med" len="med"/>
            <a:tailEnd type="none" w="med" len="med"/>
          </a:ln>
        </p:spPr>
        <p:txBody>
          <a:bodyPr/>
          <a:lstStyle/>
          <a:p>
            <a:r>
              <a:rPr lang="sv-SE" altLang="x-none" sz="2400" dirty="0">
                <a:solidFill>
                  <a:srgbClr val="000000"/>
                </a:solidFill>
                <a:latin typeface="Comic Sans MS" panose="030F0702030302020204" pitchFamily="66" charset="0"/>
              </a:rPr>
              <a:t>AS</a:t>
            </a:r>
            <a:r>
              <a:rPr lang="sv-SE" altLang="x-none" sz="2400" baseline="-25000" dirty="0">
                <a:solidFill>
                  <a:srgbClr val="000000"/>
                </a:solidFill>
                <a:latin typeface="Comic Sans MS" panose="030F0702030302020204" pitchFamily="66" charset="0"/>
              </a:rPr>
              <a:t>DB</a:t>
            </a:r>
            <a:endParaRPr lang="en-US" altLang="x-none" sz="2400" dirty="0">
              <a:solidFill>
                <a:schemeClr val="tx1"/>
              </a:solidFill>
              <a:latin typeface="Comic Sans MS" panose="030F0702030302020204" pitchFamily="66" charset="0"/>
            </a:endParaRPr>
          </a:p>
        </p:txBody>
      </p:sp>
      <p:sp>
        <p:nvSpPr>
          <p:cNvPr id="8" name="Smiley Face 7"/>
          <p:cNvSpPr/>
          <p:nvPr/>
        </p:nvSpPr>
        <p:spPr>
          <a:xfrm>
            <a:off x="457200" y="4724400"/>
            <a:ext cx="609600" cy="533400"/>
          </a:xfrm>
          <a:prstGeom prst="smileyFace">
            <a:avLst>
              <a:gd name="adj" fmla="val 4653"/>
            </a:avLst>
          </a:prstGeom>
          <a:solidFill>
            <a:srgbClr val="FFFF00"/>
          </a:solidFill>
          <a:ln w="9525" cap="flat" cmpd="sng">
            <a:solidFill>
              <a:schemeClr val="tx1"/>
            </a:solidFill>
            <a:prstDash val="solid"/>
            <a:headEnd type="none" w="med" len="med"/>
            <a:tailEnd type="none" w="med" len="med"/>
          </a:ln>
        </p:spPr>
        <p:txBody>
          <a:bodyPr/>
          <a:lstStyle/>
          <a:p>
            <a:endParaRPr lang="en-US" altLang="x-none" dirty="0">
              <a:latin typeface="Comic Sans MS" panose="030F0702030302020204" pitchFamily="66" charset="0"/>
            </a:endParaRPr>
          </a:p>
        </p:txBody>
      </p:sp>
      <p:grpSp>
        <p:nvGrpSpPr>
          <p:cNvPr id="2" name="Group 59"/>
          <p:cNvGrpSpPr/>
          <p:nvPr/>
        </p:nvGrpSpPr>
        <p:grpSpPr>
          <a:xfrm>
            <a:off x="1447800" y="4800600"/>
            <a:ext cx="609600" cy="685800"/>
            <a:chOff x="1447800" y="4800600"/>
            <a:chExt cx="609600" cy="685800"/>
          </a:xfrm>
        </p:grpSpPr>
        <p:sp>
          <p:nvSpPr>
            <p:cNvPr id="45094" name="Parallelogram 9"/>
            <p:cNvSpPr/>
            <p:nvPr/>
          </p:nvSpPr>
          <p:spPr>
            <a:xfrm>
              <a:off x="1447800" y="5181600"/>
              <a:ext cx="609600" cy="304800"/>
            </a:xfrm>
            <a:prstGeom prst="parallelogram">
              <a:avLst>
                <a:gd name="adj" fmla="val 25000"/>
              </a:avLst>
            </a:prstGeom>
            <a:solidFill>
              <a:srgbClr val="00B8FF"/>
            </a:solidFill>
            <a:ln w="9525" cap="flat" cmpd="sng">
              <a:solidFill>
                <a:schemeClr val="tx1"/>
              </a:solidFill>
              <a:prstDash val="solid"/>
              <a:round/>
              <a:headEnd type="none" w="med" len="med"/>
              <a:tailEnd type="none" w="med" len="med"/>
            </a:ln>
          </p:spPr>
          <p:txBody>
            <a:bodyPr/>
            <a:lstStyle/>
            <a:p>
              <a:endParaRPr lang="en-US" altLang="x-none" dirty="0">
                <a:latin typeface="Comic Sans MS" panose="030F0702030302020204" pitchFamily="66" charset="0"/>
              </a:endParaRPr>
            </a:p>
          </p:txBody>
        </p:sp>
        <p:sp>
          <p:nvSpPr>
            <p:cNvPr id="11" name="Frame 10"/>
            <p:cNvSpPr/>
            <p:nvPr/>
          </p:nvSpPr>
          <p:spPr bwMode="auto">
            <a:xfrm>
              <a:off x="1524000" y="4800600"/>
              <a:ext cx="533400" cy="381000"/>
            </a:xfrm>
            <a:prstGeom prst="frame">
              <a:avLst/>
            </a:prstGeom>
            <a:solidFill>
              <a:srgbClr val="00B8FF"/>
            </a:solidFill>
            <a:ln w="9525" cap="flat" cmpd="sng" algn="ctr">
              <a:solidFill>
                <a:schemeClr val="tx1"/>
              </a:solidFill>
              <a:prstDash val="solid"/>
              <a:round/>
              <a:headEnd type="none" w="med" len="med"/>
              <a:tailEnd type="none" w="med" len="med"/>
            </a:ln>
            <a:effectLst/>
          </p:spPr>
          <p:txBody>
            <a:bodyPr/>
            <a:lstStyle/>
            <a:p>
              <a:pPr marL="0" marR="0" lvl="0" indent="0" algn="l" defTabSz="449580" rtl="0" eaLnBrk="0" fontAlgn="base" latinLnBrk="0" hangingPunct="0">
                <a:lnSpc>
                  <a:spcPct val="90000"/>
                </a:lnSpc>
                <a:spcBef>
                  <a:spcPts val="700"/>
                </a:spcBef>
                <a:spcAft>
                  <a:spcPct val="0"/>
                </a:spcAft>
                <a:buClr>
                  <a:srgbClr val="000000"/>
                </a:buClr>
                <a:buSzPct val="100000"/>
                <a:buFont typeface="Times New Roman" panose="02020603050405020304" pitchFamily="18" charset="0"/>
                <a:buNone/>
                <a:defRPr/>
              </a:pPr>
              <a:r>
                <a:rPr kumimoji="0" lang="en-US" sz="1200" b="1" i="0" u="none" strike="noStrike" kern="1200" cap="none" spc="0" normalizeH="0" baseline="0" noProof="0" dirty="0">
                  <a:ln>
                    <a:noFill/>
                  </a:ln>
                  <a:solidFill>
                    <a:srgbClr val="FF0000"/>
                  </a:solidFill>
                  <a:effectLst/>
                  <a:uLnTx/>
                  <a:uFillTx/>
                  <a:latin typeface="Comic Sans MS" panose="030F0702030302020204" pitchFamily="66" charset="0"/>
                  <a:ea typeface="+mn-ea"/>
                  <a:cs typeface="+mn-cs"/>
                </a:rPr>
                <a:t>CW</a:t>
              </a:r>
            </a:p>
          </p:txBody>
        </p:sp>
      </p:grpSp>
      <p:grpSp>
        <p:nvGrpSpPr>
          <p:cNvPr id="3" name="Group 61"/>
          <p:cNvGrpSpPr/>
          <p:nvPr/>
        </p:nvGrpSpPr>
        <p:grpSpPr>
          <a:xfrm>
            <a:off x="5257800" y="5486400"/>
            <a:ext cx="762000" cy="838200"/>
            <a:chOff x="5257800" y="5486400"/>
            <a:chExt cx="762000" cy="838200"/>
          </a:xfrm>
        </p:grpSpPr>
        <p:sp>
          <p:nvSpPr>
            <p:cNvPr id="13" name="Folded Corner 12"/>
            <p:cNvSpPr/>
            <p:nvPr/>
          </p:nvSpPr>
          <p:spPr bwMode="auto">
            <a:xfrm>
              <a:off x="5257800" y="5943600"/>
              <a:ext cx="457200" cy="381000"/>
            </a:xfrm>
            <a:prstGeom prst="foldedCorner">
              <a:avLst/>
            </a:prstGeom>
            <a:solidFill>
              <a:schemeClr val="accent5"/>
            </a:solidFill>
            <a:ln w="9525" cap="flat" cmpd="sng" algn="ctr">
              <a:solidFill>
                <a:schemeClr val="tx1"/>
              </a:solidFill>
              <a:prstDash val="solid"/>
              <a:round/>
              <a:headEnd type="none" w="med" len="med"/>
              <a:tailEnd type="none" w="med" len="med"/>
            </a:ln>
            <a:effectLst/>
          </p:spPr>
          <p:txBody>
            <a:bodyPr/>
            <a:lstStyle/>
            <a:p>
              <a:pPr marL="0" marR="0" lvl="0" indent="0" algn="l" defTabSz="449580" rtl="0" eaLnBrk="0" fontAlgn="base" latinLnBrk="0" hangingPunct="0">
                <a:lnSpc>
                  <a:spcPct val="90000"/>
                </a:lnSpc>
                <a:spcBef>
                  <a:spcPts val="700"/>
                </a:spcBef>
                <a:spcAft>
                  <a:spcPct val="0"/>
                </a:spcAft>
                <a:buClr>
                  <a:srgbClr val="000000"/>
                </a:buClr>
                <a:buSzPct val="100000"/>
                <a:buFont typeface="Times New Roman" panose="02020603050405020304" pitchFamily="18" charset="0"/>
                <a:buNone/>
                <a:defRPr/>
              </a:pPr>
              <a:endParaRPr kumimoji="0" lang="en-US" sz="2800" b="0" i="0" u="none" strike="noStrike" kern="1200" cap="none" spc="0" normalizeH="0" baseline="0" noProof="0">
                <a:ln>
                  <a:noFill/>
                </a:ln>
                <a:solidFill>
                  <a:schemeClr val="bg1"/>
                </a:solidFill>
                <a:effectLst/>
                <a:uLnTx/>
                <a:uFillTx/>
                <a:latin typeface="Comic Sans MS" panose="030F0702030302020204" pitchFamily="66" charset="0"/>
                <a:ea typeface="+mn-ea"/>
                <a:cs typeface="+mn-cs"/>
              </a:endParaRPr>
            </a:p>
          </p:txBody>
        </p:sp>
        <p:sp>
          <p:nvSpPr>
            <p:cNvPr id="14" name="Folded Corner 13"/>
            <p:cNvSpPr/>
            <p:nvPr/>
          </p:nvSpPr>
          <p:spPr bwMode="auto">
            <a:xfrm>
              <a:off x="5334000" y="5791200"/>
              <a:ext cx="457200" cy="381000"/>
            </a:xfrm>
            <a:prstGeom prst="foldedCorner">
              <a:avLst/>
            </a:prstGeom>
            <a:solidFill>
              <a:schemeClr val="accent5"/>
            </a:solidFill>
            <a:ln w="9525" cap="flat" cmpd="sng" algn="ctr">
              <a:solidFill>
                <a:schemeClr val="tx1"/>
              </a:solidFill>
              <a:prstDash val="solid"/>
              <a:round/>
              <a:headEnd type="none" w="med" len="med"/>
              <a:tailEnd type="none" w="med" len="med"/>
            </a:ln>
            <a:effectLst/>
          </p:spPr>
          <p:txBody>
            <a:bodyPr/>
            <a:lstStyle/>
            <a:p>
              <a:pPr marL="0" marR="0" lvl="0" indent="0" algn="l" defTabSz="449580" rtl="0" eaLnBrk="0" fontAlgn="base" latinLnBrk="0" hangingPunct="0">
                <a:lnSpc>
                  <a:spcPct val="90000"/>
                </a:lnSpc>
                <a:spcBef>
                  <a:spcPts val="700"/>
                </a:spcBef>
                <a:spcAft>
                  <a:spcPct val="0"/>
                </a:spcAft>
                <a:buClr>
                  <a:srgbClr val="000000"/>
                </a:buClr>
                <a:buSzPct val="100000"/>
                <a:buFont typeface="Times New Roman" panose="02020603050405020304" pitchFamily="18" charset="0"/>
                <a:buNone/>
                <a:defRPr/>
              </a:pPr>
              <a:endParaRPr kumimoji="0" lang="en-US" sz="2800" b="0" i="0" u="none" strike="noStrike" kern="1200" cap="none" spc="0" normalizeH="0" baseline="0" noProof="0">
                <a:ln>
                  <a:noFill/>
                </a:ln>
                <a:solidFill>
                  <a:schemeClr val="bg1"/>
                </a:solidFill>
                <a:effectLst/>
                <a:uLnTx/>
                <a:uFillTx/>
                <a:latin typeface="Comic Sans MS" panose="030F0702030302020204" pitchFamily="66" charset="0"/>
                <a:ea typeface="+mn-ea"/>
                <a:cs typeface="+mn-cs"/>
              </a:endParaRPr>
            </a:p>
          </p:txBody>
        </p:sp>
        <p:sp>
          <p:nvSpPr>
            <p:cNvPr id="15" name="Folded Corner 14"/>
            <p:cNvSpPr/>
            <p:nvPr/>
          </p:nvSpPr>
          <p:spPr bwMode="auto">
            <a:xfrm>
              <a:off x="5410200" y="5715000"/>
              <a:ext cx="457200" cy="381000"/>
            </a:xfrm>
            <a:prstGeom prst="foldedCorner">
              <a:avLst/>
            </a:prstGeom>
            <a:solidFill>
              <a:schemeClr val="accent5"/>
            </a:solidFill>
            <a:ln w="9525" cap="flat" cmpd="sng" algn="ctr">
              <a:solidFill>
                <a:schemeClr val="tx1"/>
              </a:solidFill>
              <a:prstDash val="solid"/>
              <a:round/>
              <a:headEnd type="none" w="med" len="med"/>
              <a:tailEnd type="none" w="med" len="med"/>
            </a:ln>
            <a:effectLst/>
          </p:spPr>
          <p:txBody>
            <a:bodyPr/>
            <a:lstStyle/>
            <a:p>
              <a:pPr marL="0" marR="0" lvl="0" indent="0" algn="l" defTabSz="449580" rtl="0" eaLnBrk="0" fontAlgn="base" latinLnBrk="0" hangingPunct="0">
                <a:lnSpc>
                  <a:spcPct val="90000"/>
                </a:lnSpc>
                <a:spcBef>
                  <a:spcPts val="700"/>
                </a:spcBef>
                <a:spcAft>
                  <a:spcPct val="0"/>
                </a:spcAft>
                <a:buClr>
                  <a:srgbClr val="000000"/>
                </a:buClr>
                <a:buSzPct val="100000"/>
                <a:buFont typeface="Times New Roman" panose="02020603050405020304" pitchFamily="18" charset="0"/>
                <a:buNone/>
                <a:defRPr/>
              </a:pPr>
              <a:endParaRPr kumimoji="0" lang="en-US" sz="2800" b="0" i="0" u="none" strike="noStrike" kern="1200" cap="none" spc="0" normalizeH="0" baseline="0" noProof="0">
                <a:ln>
                  <a:noFill/>
                </a:ln>
                <a:solidFill>
                  <a:schemeClr val="bg1"/>
                </a:solidFill>
                <a:effectLst/>
                <a:uLnTx/>
                <a:uFillTx/>
                <a:latin typeface="Comic Sans MS" panose="030F0702030302020204" pitchFamily="66" charset="0"/>
                <a:ea typeface="+mn-ea"/>
                <a:cs typeface="+mn-cs"/>
              </a:endParaRPr>
            </a:p>
          </p:txBody>
        </p:sp>
        <p:sp>
          <p:nvSpPr>
            <p:cNvPr id="16" name="Folded Corner 15"/>
            <p:cNvSpPr/>
            <p:nvPr/>
          </p:nvSpPr>
          <p:spPr bwMode="auto">
            <a:xfrm>
              <a:off x="5486400" y="5562600"/>
              <a:ext cx="457200" cy="381000"/>
            </a:xfrm>
            <a:prstGeom prst="foldedCorner">
              <a:avLst/>
            </a:prstGeom>
            <a:solidFill>
              <a:schemeClr val="accent5"/>
            </a:solidFill>
            <a:ln w="9525" cap="flat" cmpd="sng" algn="ctr">
              <a:solidFill>
                <a:schemeClr val="tx1"/>
              </a:solidFill>
              <a:prstDash val="solid"/>
              <a:round/>
              <a:headEnd type="none" w="med" len="med"/>
              <a:tailEnd type="none" w="med" len="med"/>
            </a:ln>
            <a:effectLst/>
          </p:spPr>
          <p:txBody>
            <a:bodyPr/>
            <a:lstStyle/>
            <a:p>
              <a:pPr marL="0" marR="0" lvl="0" indent="0" algn="l" defTabSz="449580" rtl="0" eaLnBrk="0" fontAlgn="base" latinLnBrk="0" hangingPunct="0">
                <a:lnSpc>
                  <a:spcPct val="90000"/>
                </a:lnSpc>
                <a:spcBef>
                  <a:spcPts val="700"/>
                </a:spcBef>
                <a:spcAft>
                  <a:spcPct val="0"/>
                </a:spcAft>
                <a:buClr>
                  <a:srgbClr val="000000"/>
                </a:buClr>
                <a:buSzPct val="100000"/>
                <a:buFont typeface="Times New Roman" panose="02020603050405020304" pitchFamily="18" charset="0"/>
                <a:buNone/>
                <a:defRPr/>
              </a:pPr>
              <a:endParaRPr kumimoji="0" lang="en-US" sz="2800" b="0" i="0" u="none" strike="noStrike" kern="1200" cap="none" spc="0" normalizeH="0" baseline="0" noProof="0">
                <a:ln>
                  <a:noFill/>
                </a:ln>
                <a:solidFill>
                  <a:schemeClr val="bg1"/>
                </a:solidFill>
                <a:effectLst/>
                <a:uLnTx/>
                <a:uFillTx/>
                <a:latin typeface="Comic Sans MS" panose="030F0702030302020204" pitchFamily="66" charset="0"/>
                <a:ea typeface="+mn-ea"/>
                <a:cs typeface="+mn-cs"/>
              </a:endParaRPr>
            </a:p>
          </p:txBody>
        </p:sp>
        <p:sp>
          <p:nvSpPr>
            <p:cNvPr id="17" name="Folded Corner 16"/>
            <p:cNvSpPr/>
            <p:nvPr/>
          </p:nvSpPr>
          <p:spPr bwMode="auto">
            <a:xfrm>
              <a:off x="5562600" y="5486400"/>
              <a:ext cx="457200" cy="381000"/>
            </a:xfrm>
            <a:prstGeom prst="foldedCorner">
              <a:avLst/>
            </a:prstGeom>
            <a:solidFill>
              <a:schemeClr val="accent5"/>
            </a:solidFill>
            <a:ln w="9525" cap="flat" cmpd="sng" algn="ctr">
              <a:solidFill>
                <a:schemeClr val="tx1"/>
              </a:solidFill>
              <a:prstDash val="solid"/>
              <a:round/>
              <a:headEnd type="none" w="med" len="med"/>
              <a:tailEnd type="none" w="med" len="med"/>
            </a:ln>
            <a:effectLst/>
          </p:spPr>
          <p:txBody>
            <a:bodyPr/>
            <a:lstStyle/>
            <a:p>
              <a:pPr marL="0" marR="0" lvl="0" indent="0" algn="l" defTabSz="449580" rtl="0" eaLnBrk="0" fontAlgn="base" latinLnBrk="0" hangingPunct="0">
                <a:lnSpc>
                  <a:spcPct val="90000"/>
                </a:lnSpc>
                <a:spcBef>
                  <a:spcPts val="700"/>
                </a:spcBef>
                <a:spcAft>
                  <a:spcPct val="0"/>
                </a:spcAft>
                <a:buClr>
                  <a:srgbClr val="000000"/>
                </a:buClr>
                <a:buSzPct val="100000"/>
                <a:buFont typeface="Times New Roman" panose="02020603050405020304" pitchFamily="18" charset="0"/>
                <a:buNone/>
                <a:defRPr/>
              </a:pPr>
              <a:r>
                <a:rPr kumimoji="0" lang="en-US" sz="2400" b="0" i="0" u="none" strike="noStrike" kern="1200" cap="none" spc="0" normalizeH="0" baseline="0" noProof="0" dirty="0">
                  <a:ln>
                    <a:noFill/>
                  </a:ln>
                  <a:solidFill>
                    <a:schemeClr val="tx1"/>
                  </a:solidFill>
                  <a:effectLst/>
                  <a:uLnTx/>
                  <a:uFillTx/>
                  <a:latin typeface="Comic Sans MS" panose="030F0702030302020204" pitchFamily="66" charset="0"/>
                  <a:ea typeface="+mn-ea"/>
                  <a:cs typeface="+mn-cs"/>
                </a:rPr>
                <a:t>F</a:t>
              </a:r>
            </a:p>
          </p:txBody>
        </p:sp>
      </p:grpSp>
      <p:cxnSp>
        <p:nvCxnSpPr>
          <p:cNvPr id="45066" name="Shape 18"/>
          <p:cNvCxnSpPr>
            <a:stCxn id="11" idx="0"/>
          </p:cNvCxnSpPr>
          <p:nvPr/>
        </p:nvCxnSpPr>
        <p:spPr>
          <a:xfrm rot="5400000" flipH="1" flipV="1">
            <a:off x="2533650" y="3219450"/>
            <a:ext cx="838200" cy="2324100"/>
          </a:xfrm>
          <a:prstGeom prst="bentConnector2">
            <a:avLst/>
          </a:prstGeom>
          <a:ln w="9525" cap="flat" cmpd="sng">
            <a:solidFill>
              <a:schemeClr val="tx1"/>
            </a:solidFill>
            <a:prstDash val="solid"/>
            <a:round/>
            <a:headEnd type="none" w="med" len="med"/>
            <a:tailEnd type="arrow" w="med" len="med"/>
          </a:ln>
        </p:spPr>
      </p:cxnSp>
      <p:cxnSp>
        <p:nvCxnSpPr>
          <p:cNvPr id="20" name="Shape 19"/>
          <p:cNvCxnSpPr>
            <a:endCxn id="11" idx="3"/>
          </p:cNvCxnSpPr>
          <p:nvPr/>
        </p:nvCxnSpPr>
        <p:spPr>
          <a:xfrm rot="-10800000" flipV="1">
            <a:off x="2057400" y="4419600"/>
            <a:ext cx="2057400" cy="571500"/>
          </a:xfrm>
          <a:prstGeom prst="bentConnector3">
            <a:avLst>
              <a:gd name="adj1" fmla="val 50000"/>
            </a:avLst>
          </a:prstGeom>
          <a:ln w="9525" cap="flat" cmpd="sng">
            <a:solidFill>
              <a:schemeClr val="tx1"/>
            </a:solidFill>
            <a:prstDash val="solid"/>
            <a:round/>
            <a:headEnd type="none" w="med" len="med"/>
            <a:tailEnd type="arrow" w="med" len="med"/>
          </a:ln>
        </p:spPr>
      </p:cxnSp>
      <p:cxnSp>
        <p:nvCxnSpPr>
          <p:cNvPr id="25" name="Shape 24"/>
          <p:cNvCxnSpPr>
            <a:stCxn id="45094" idx="2"/>
            <a:endCxn id="45081" idx="2"/>
          </p:cNvCxnSpPr>
          <p:nvPr/>
        </p:nvCxnSpPr>
        <p:spPr>
          <a:xfrm>
            <a:off x="2019300" y="5334000"/>
            <a:ext cx="2019300" cy="733425"/>
          </a:xfrm>
          <a:prstGeom prst="bentConnector3">
            <a:avLst>
              <a:gd name="adj1" fmla="val 64116"/>
            </a:avLst>
          </a:prstGeom>
          <a:ln w="9525" cap="flat" cmpd="sng">
            <a:solidFill>
              <a:schemeClr val="tx1"/>
            </a:solidFill>
            <a:prstDash val="solid"/>
            <a:round/>
            <a:headEnd type="none" w="med" len="med"/>
            <a:tailEnd type="arrow" w="med" len="med"/>
          </a:ln>
        </p:spPr>
      </p:cxnSp>
      <p:cxnSp>
        <p:nvCxnSpPr>
          <p:cNvPr id="28" name="Shape 19"/>
          <p:cNvCxnSpPr/>
          <p:nvPr/>
        </p:nvCxnSpPr>
        <p:spPr>
          <a:xfrm rot="10800000">
            <a:off x="1981200" y="5486400"/>
            <a:ext cx="2057400" cy="914400"/>
          </a:xfrm>
          <a:prstGeom prst="bentConnector3">
            <a:avLst>
              <a:gd name="adj1" fmla="val 59236"/>
            </a:avLst>
          </a:prstGeom>
          <a:ln w="9525" cap="flat" cmpd="sng">
            <a:solidFill>
              <a:schemeClr val="tx1"/>
            </a:solidFill>
            <a:prstDash val="solid"/>
            <a:round/>
            <a:headEnd type="none" w="med" len="med"/>
            <a:tailEnd type="arrow" w="med" len="med"/>
          </a:ln>
        </p:spPr>
      </p:cxnSp>
      <p:cxnSp>
        <p:nvCxnSpPr>
          <p:cNvPr id="35" name="Straight Arrow Connector 34"/>
          <p:cNvCxnSpPr>
            <a:stCxn id="8" idx="6"/>
            <a:endCxn id="11" idx="1"/>
          </p:cNvCxnSpPr>
          <p:nvPr/>
        </p:nvCxnSpPr>
        <p:spPr>
          <a:xfrm>
            <a:off x="1066800" y="4991100"/>
            <a:ext cx="457200" cy="1588"/>
          </a:xfrm>
          <a:prstGeom prst="straightConnector1">
            <a:avLst/>
          </a:prstGeom>
          <a:ln w="9525" cap="flat" cmpd="sng">
            <a:solidFill>
              <a:schemeClr val="tx1"/>
            </a:solidFill>
            <a:prstDash val="solid"/>
            <a:headEnd type="arrow" w="med" len="med"/>
            <a:tailEnd type="arrow" w="med" len="med"/>
          </a:ln>
        </p:spPr>
      </p:cxnSp>
      <p:sp>
        <p:nvSpPr>
          <p:cNvPr id="36" name="TextBox 35"/>
          <p:cNvSpPr txBox="1"/>
          <p:nvPr/>
        </p:nvSpPr>
        <p:spPr>
          <a:xfrm>
            <a:off x="1905000" y="3657600"/>
            <a:ext cx="1905000" cy="341313"/>
          </a:xfrm>
          <a:prstGeom prst="rect">
            <a:avLst/>
          </a:prstGeom>
          <a:noFill/>
          <a:ln w="9525">
            <a:noFill/>
          </a:ln>
        </p:spPr>
        <p:txBody>
          <a:bodyPr>
            <a:spAutoFit/>
          </a:bodyPr>
          <a:lstStyle/>
          <a:p>
            <a:r>
              <a:rPr lang="en-US" altLang="x-none" sz="1800" dirty="0">
                <a:solidFill>
                  <a:srgbClr val="000000"/>
                </a:solidFill>
                <a:latin typeface="Comic Sans MS" panose="030F0702030302020204" pitchFamily="66" charset="0"/>
              </a:rPr>
              <a:t>I</a:t>
            </a:r>
            <a:r>
              <a:rPr lang="sv-SE" altLang="x-none" sz="1800" dirty="0">
                <a:solidFill>
                  <a:srgbClr val="000000"/>
                </a:solidFill>
                <a:latin typeface="Comic Sans MS" panose="030F0702030302020204" pitchFamily="66" charset="0"/>
              </a:rPr>
              <a:t>D</a:t>
            </a:r>
            <a:r>
              <a:rPr lang="en-US" altLang="x-none" sz="1600" dirty="0">
                <a:solidFill>
                  <a:srgbClr val="000000"/>
                </a:solidFill>
                <a:latin typeface="Comic Sans MS" panose="030F0702030302020204" pitchFamily="66" charset="0"/>
              </a:rPr>
              <a:t>c </a:t>
            </a:r>
            <a:r>
              <a:rPr lang="sv-SE" altLang="x-none" sz="1800" dirty="0">
                <a:solidFill>
                  <a:srgbClr val="000000"/>
                </a:solidFill>
                <a:latin typeface="Comic Sans MS" panose="030F0702030302020204" pitchFamily="66" charset="0"/>
              </a:rPr>
              <a:t>||</a:t>
            </a:r>
            <a:r>
              <a:rPr lang="sv-SE" altLang="x-none" sz="1600" dirty="0">
                <a:solidFill>
                  <a:srgbClr val="000000"/>
                </a:solidFill>
                <a:latin typeface="Comic Sans MS" panose="030F0702030302020204" pitchFamily="66" charset="0"/>
              </a:rPr>
              <a:t> </a:t>
            </a:r>
            <a:r>
              <a:rPr lang="en-US" altLang="x-none" sz="1800" dirty="0">
                <a:solidFill>
                  <a:srgbClr val="000000"/>
                </a:solidFill>
                <a:latin typeface="Comic Sans MS" panose="030F0702030302020204" pitchFamily="66" charset="0"/>
              </a:rPr>
              <a:t>P</a:t>
            </a:r>
            <a:r>
              <a:rPr lang="en-US" altLang="x-none" sz="1800" baseline="-25000" dirty="0">
                <a:solidFill>
                  <a:srgbClr val="000000"/>
                </a:solidFill>
                <a:latin typeface="Comic Sans MS" panose="030F0702030302020204" pitchFamily="66" charset="0"/>
              </a:rPr>
              <a:t>c </a:t>
            </a:r>
            <a:r>
              <a:rPr lang="sv-SE" altLang="x-none" sz="1800" dirty="0">
                <a:solidFill>
                  <a:srgbClr val="000000"/>
                </a:solidFill>
                <a:latin typeface="Comic Sans MS" panose="030F0702030302020204" pitchFamily="66" charset="0"/>
              </a:rPr>
              <a:t>|| </a:t>
            </a:r>
            <a:r>
              <a:rPr lang="en-US" altLang="x-none" sz="1800" dirty="0">
                <a:solidFill>
                  <a:srgbClr val="000000"/>
                </a:solidFill>
                <a:latin typeface="Comic Sans MS" panose="030F0702030302020204" pitchFamily="66" charset="0"/>
              </a:rPr>
              <a:t>I</a:t>
            </a:r>
            <a:r>
              <a:rPr lang="sv-SE" altLang="x-none" sz="1800" dirty="0">
                <a:solidFill>
                  <a:srgbClr val="000000"/>
                </a:solidFill>
                <a:latin typeface="Comic Sans MS" panose="030F0702030302020204" pitchFamily="66" charset="0"/>
              </a:rPr>
              <a:t>D</a:t>
            </a:r>
            <a:r>
              <a:rPr lang="en-US" altLang="x-none" sz="1600" dirty="0">
                <a:solidFill>
                  <a:srgbClr val="000000"/>
                </a:solidFill>
                <a:latin typeface="Comic Sans MS" panose="030F0702030302020204" pitchFamily="66" charset="0"/>
              </a:rPr>
              <a:t>v</a:t>
            </a:r>
            <a:endParaRPr lang="en-US" altLang="x-none" sz="1800" dirty="0">
              <a:latin typeface="Comic Sans MS" panose="030F0702030302020204" pitchFamily="66" charset="0"/>
            </a:endParaRPr>
          </a:p>
        </p:txBody>
      </p:sp>
      <p:grpSp>
        <p:nvGrpSpPr>
          <p:cNvPr id="4" name="Group 60"/>
          <p:cNvGrpSpPr/>
          <p:nvPr/>
        </p:nvGrpSpPr>
        <p:grpSpPr>
          <a:xfrm>
            <a:off x="4114800" y="3505200"/>
            <a:ext cx="990600" cy="1371600"/>
            <a:chOff x="4114800" y="3505200"/>
            <a:chExt cx="990600" cy="1371600"/>
          </a:xfrm>
        </p:grpSpPr>
        <p:sp>
          <p:nvSpPr>
            <p:cNvPr id="45085" name="Cube 5"/>
            <p:cNvSpPr/>
            <p:nvPr/>
          </p:nvSpPr>
          <p:spPr>
            <a:xfrm>
              <a:off x="4114800" y="3505200"/>
              <a:ext cx="990600" cy="1219200"/>
            </a:xfrm>
            <a:prstGeom prst="cube">
              <a:avLst>
                <a:gd name="adj" fmla="val 25000"/>
              </a:avLst>
            </a:prstGeom>
            <a:solidFill>
              <a:srgbClr val="00B8FF"/>
            </a:solidFill>
            <a:ln w="9525" cap="flat" cmpd="sng">
              <a:solidFill>
                <a:schemeClr val="tx1"/>
              </a:solidFill>
              <a:prstDash val="solid"/>
              <a:round/>
              <a:headEnd type="none" w="med" len="med"/>
              <a:tailEnd type="none" w="med" len="med"/>
            </a:ln>
          </p:spPr>
          <p:txBody>
            <a:bodyPr/>
            <a:lstStyle/>
            <a:p>
              <a:r>
                <a:rPr lang="en-US" altLang="x-none" dirty="0">
                  <a:solidFill>
                    <a:schemeClr val="tx1"/>
                  </a:solidFill>
                  <a:latin typeface="Comic Sans MS" panose="030F0702030302020204" pitchFamily="66" charset="0"/>
                </a:rPr>
                <a:t>AS</a:t>
              </a:r>
            </a:p>
          </p:txBody>
        </p:sp>
        <p:grpSp>
          <p:nvGrpSpPr>
            <p:cNvPr id="45086" name="Group 39"/>
            <p:cNvGrpSpPr/>
            <p:nvPr/>
          </p:nvGrpSpPr>
          <p:grpSpPr>
            <a:xfrm>
              <a:off x="4191000" y="4267200"/>
              <a:ext cx="762000" cy="609600"/>
              <a:chOff x="4191000" y="4267200"/>
              <a:chExt cx="762000" cy="609600"/>
            </a:xfrm>
          </p:grpSpPr>
          <p:pic>
            <p:nvPicPr>
              <p:cNvPr id="45087" name="Picture 7" descr="enter image description here"/>
              <p:cNvPicPr>
                <a:picLocks noChangeAspect="1"/>
              </p:cNvPicPr>
              <p:nvPr/>
            </p:nvPicPr>
            <p:blipFill>
              <a:blip r:embed="rId3"/>
              <a:stretch>
                <a:fillRect/>
              </a:stretch>
            </p:blipFill>
            <p:spPr>
              <a:xfrm>
                <a:off x="4419600" y="4343400"/>
                <a:ext cx="533400" cy="533400"/>
              </a:xfrm>
              <a:prstGeom prst="rect">
                <a:avLst/>
              </a:prstGeom>
              <a:noFill/>
              <a:ln w="9525">
                <a:noFill/>
              </a:ln>
            </p:spPr>
          </p:pic>
          <p:sp>
            <p:nvSpPr>
              <p:cNvPr id="45088" name="TextBox 38"/>
              <p:cNvSpPr txBox="1"/>
              <p:nvPr/>
            </p:nvSpPr>
            <p:spPr>
              <a:xfrm>
                <a:off x="4191000" y="4267200"/>
                <a:ext cx="609600" cy="480131"/>
              </a:xfrm>
              <a:prstGeom prst="rect">
                <a:avLst/>
              </a:prstGeom>
              <a:noFill/>
              <a:ln w="9525">
                <a:noFill/>
              </a:ln>
            </p:spPr>
            <p:txBody>
              <a:bodyPr>
                <a:spAutoFit/>
              </a:bodyPr>
              <a:lstStyle/>
              <a:p>
                <a:r>
                  <a:rPr lang="sv-SE" altLang="x-none" sz="3200" baseline="-25000" dirty="0">
                    <a:solidFill>
                      <a:srgbClr val="000000"/>
                    </a:solidFill>
                    <a:latin typeface="Comic Sans MS" panose="030F0702030302020204" pitchFamily="66" charset="0"/>
                  </a:rPr>
                  <a:t>K</a:t>
                </a:r>
                <a:r>
                  <a:rPr lang="sv-SE" altLang="x-none" baseline="-25000" dirty="0">
                    <a:solidFill>
                      <a:srgbClr val="000000"/>
                    </a:solidFill>
                    <a:latin typeface="Comic Sans MS" panose="030F0702030302020204" pitchFamily="66" charset="0"/>
                  </a:rPr>
                  <a:t>v</a:t>
                </a:r>
                <a:endParaRPr lang="en-US" altLang="x-none" sz="3200" dirty="0">
                  <a:latin typeface="Comic Sans MS" panose="030F0702030302020204" pitchFamily="66" charset="0"/>
                </a:endParaRPr>
              </a:p>
            </p:txBody>
          </p:sp>
        </p:grpSp>
      </p:grpSp>
      <p:grpSp>
        <p:nvGrpSpPr>
          <p:cNvPr id="6" name="Group 62"/>
          <p:cNvGrpSpPr/>
          <p:nvPr/>
        </p:nvGrpSpPr>
        <p:grpSpPr>
          <a:xfrm>
            <a:off x="4038600" y="5334000"/>
            <a:ext cx="990600" cy="1295400"/>
            <a:chOff x="4038600" y="5334000"/>
            <a:chExt cx="990600" cy="1295400"/>
          </a:xfrm>
        </p:grpSpPr>
        <p:sp>
          <p:nvSpPr>
            <p:cNvPr id="45081" name="Cube 11"/>
            <p:cNvSpPr/>
            <p:nvPr/>
          </p:nvSpPr>
          <p:spPr>
            <a:xfrm>
              <a:off x="4038600" y="5334000"/>
              <a:ext cx="990600" cy="1219200"/>
            </a:xfrm>
            <a:prstGeom prst="cube">
              <a:avLst>
                <a:gd name="adj" fmla="val 25000"/>
              </a:avLst>
            </a:prstGeom>
            <a:solidFill>
              <a:srgbClr val="92D050"/>
            </a:solidFill>
            <a:ln w="9525" cap="flat" cmpd="sng">
              <a:solidFill>
                <a:schemeClr val="tx1"/>
              </a:solidFill>
              <a:prstDash val="solid"/>
              <a:round/>
              <a:headEnd type="none" w="med" len="med"/>
              <a:tailEnd type="none" w="med" len="med"/>
            </a:ln>
          </p:spPr>
          <p:txBody>
            <a:bodyPr/>
            <a:lstStyle/>
            <a:p>
              <a:r>
                <a:rPr lang="en-US" altLang="x-none" dirty="0">
                  <a:solidFill>
                    <a:schemeClr val="tx1"/>
                  </a:solidFill>
                  <a:latin typeface="Comic Sans MS" panose="030F0702030302020204" pitchFamily="66" charset="0"/>
                </a:rPr>
                <a:t>V</a:t>
              </a:r>
            </a:p>
          </p:txBody>
        </p:sp>
        <p:grpSp>
          <p:nvGrpSpPr>
            <p:cNvPr id="45082" name="Group 40"/>
            <p:cNvGrpSpPr/>
            <p:nvPr/>
          </p:nvGrpSpPr>
          <p:grpSpPr>
            <a:xfrm>
              <a:off x="4114800" y="6019800"/>
              <a:ext cx="762000" cy="609600"/>
              <a:chOff x="4191000" y="4267200"/>
              <a:chExt cx="762000" cy="609600"/>
            </a:xfrm>
          </p:grpSpPr>
          <p:pic>
            <p:nvPicPr>
              <p:cNvPr id="45083" name="Picture 7" descr="enter image description here"/>
              <p:cNvPicPr>
                <a:picLocks noChangeAspect="1"/>
              </p:cNvPicPr>
              <p:nvPr/>
            </p:nvPicPr>
            <p:blipFill>
              <a:blip r:embed="rId3"/>
              <a:stretch>
                <a:fillRect/>
              </a:stretch>
            </p:blipFill>
            <p:spPr>
              <a:xfrm>
                <a:off x="4419600" y="4343400"/>
                <a:ext cx="533400" cy="533400"/>
              </a:xfrm>
              <a:prstGeom prst="rect">
                <a:avLst/>
              </a:prstGeom>
              <a:noFill/>
              <a:ln w="9525">
                <a:noFill/>
              </a:ln>
            </p:spPr>
          </p:pic>
          <p:sp>
            <p:nvSpPr>
              <p:cNvPr id="45084" name="TextBox 42"/>
              <p:cNvSpPr txBox="1"/>
              <p:nvPr/>
            </p:nvSpPr>
            <p:spPr>
              <a:xfrm>
                <a:off x="4191000" y="4267200"/>
                <a:ext cx="609600" cy="480131"/>
              </a:xfrm>
              <a:prstGeom prst="rect">
                <a:avLst/>
              </a:prstGeom>
              <a:noFill/>
              <a:ln w="9525">
                <a:noFill/>
              </a:ln>
            </p:spPr>
            <p:txBody>
              <a:bodyPr>
                <a:spAutoFit/>
              </a:bodyPr>
              <a:lstStyle/>
              <a:p>
                <a:r>
                  <a:rPr lang="sv-SE" altLang="x-none" sz="3200" baseline="-25000" dirty="0">
                    <a:solidFill>
                      <a:srgbClr val="000000"/>
                    </a:solidFill>
                    <a:latin typeface="Comic Sans MS" panose="030F0702030302020204" pitchFamily="66" charset="0"/>
                  </a:rPr>
                  <a:t>K</a:t>
                </a:r>
                <a:r>
                  <a:rPr lang="sv-SE" altLang="x-none" baseline="-25000" dirty="0">
                    <a:solidFill>
                      <a:srgbClr val="000000"/>
                    </a:solidFill>
                    <a:latin typeface="Comic Sans MS" panose="030F0702030302020204" pitchFamily="66" charset="0"/>
                  </a:rPr>
                  <a:t>v</a:t>
                </a:r>
                <a:endParaRPr lang="en-US" altLang="x-none" sz="3200" dirty="0">
                  <a:latin typeface="Comic Sans MS" panose="030F0702030302020204" pitchFamily="66" charset="0"/>
                </a:endParaRPr>
              </a:p>
            </p:txBody>
          </p:sp>
        </p:grpSp>
      </p:grpSp>
      <p:cxnSp>
        <p:nvCxnSpPr>
          <p:cNvPr id="45" name="Straight Arrow Connector 44"/>
          <p:cNvCxnSpPr>
            <a:stCxn id="45085" idx="5"/>
            <a:endCxn id="7" idx="2"/>
          </p:cNvCxnSpPr>
          <p:nvPr/>
        </p:nvCxnSpPr>
        <p:spPr>
          <a:xfrm>
            <a:off x="5105400" y="3990975"/>
            <a:ext cx="381000" cy="9525"/>
          </a:xfrm>
          <a:prstGeom prst="straightConnector1">
            <a:avLst/>
          </a:prstGeom>
          <a:ln w="9525" cap="flat" cmpd="sng">
            <a:solidFill>
              <a:schemeClr val="tx1"/>
            </a:solidFill>
            <a:prstDash val="solid"/>
            <a:headEnd type="arrow" w="med" len="med"/>
            <a:tailEnd type="arrow" w="med" len="med"/>
          </a:ln>
        </p:spPr>
      </p:cxnSp>
      <p:sp>
        <p:nvSpPr>
          <p:cNvPr id="49" name="TextBox 48"/>
          <p:cNvSpPr txBox="1"/>
          <p:nvPr/>
        </p:nvSpPr>
        <p:spPr>
          <a:xfrm>
            <a:off x="2819400" y="4114800"/>
            <a:ext cx="1295400" cy="341313"/>
          </a:xfrm>
          <a:prstGeom prst="rect">
            <a:avLst/>
          </a:prstGeom>
          <a:noFill/>
          <a:ln w="9525">
            <a:noFill/>
          </a:ln>
        </p:spPr>
        <p:txBody>
          <a:bodyPr>
            <a:spAutoFit/>
          </a:bodyPr>
          <a:lstStyle/>
          <a:p>
            <a:r>
              <a:rPr lang="sv-SE" altLang="x-none" sz="1800" dirty="0">
                <a:solidFill>
                  <a:srgbClr val="000000"/>
                </a:solidFill>
                <a:latin typeface="Comic Sans MS" panose="030F0702030302020204" pitchFamily="66" charset="0"/>
              </a:rPr>
              <a:t>Ticket</a:t>
            </a:r>
            <a:endParaRPr lang="en-US" altLang="x-none" sz="1800" dirty="0">
              <a:latin typeface="Comic Sans MS" panose="030F0702030302020204" pitchFamily="66" charset="0"/>
            </a:endParaRPr>
          </a:p>
        </p:txBody>
      </p:sp>
      <p:sp>
        <p:nvSpPr>
          <p:cNvPr id="51" name="TextBox 50"/>
          <p:cNvSpPr txBox="1"/>
          <p:nvPr/>
        </p:nvSpPr>
        <p:spPr>
          <a:xfrm>
            <a:off x="2362200" y="5029200"/>
            <a:ext cx="1752600" cy="369888"/>
          </a:xfrm>
          <a:prstGeom prst="rect">
            <a:avLst/>
          </a:prstGeom>
          <a:noFill/>
          <a:ln w="9525">
            <a:noFill/>
          </a:ln>
        </p:spPr>
        <p:txBody>
          <a:bodyPr>
            <a:spAutoFit/>
          </a:bodyPr>
          <a:lstStyle/>
          <a:p>
            <a:r>
              <a:rPr lang="sv-SE" altLang="x-none" sz="2000" dirty="0">
                <a:solidFill>
                  <a:srgbClr val="000000"/>
                </a:solidFill>
                <a:latin typeface="Comic Sans MS" panose="030F0702030302020204" pitchFamily="66" charset="0"/>
              </a:rPr>
              <a:t> </a:t>
            </a:r>
            <a:r>
              <a:rPr lang="en-US" altLang="x-none" sz="1600" dirty="0">
                <a:solidFill>
                  <a:srgbClr val="000000"/>
                </a:solidFill>
                <a:latin typeface="Comic Sans MS" panose="030F0702030302020204" pitchFamily="66" charset="0"/>
              </a:rPr>
              <a:t>I</a:t>
            </a:r>
            <a:r>
              <a:rPr lang="sv-SE" altLang="x-none" sz="1600" dirty="0">
                <a:solidFill>
                  <a:srgbClr val="000000"/>
                </a:solidFill>
                <a:latin typeface="Comic Sans MS" panose="030F0702030302020204" pitchFamily="66" charset="0"/>
              </a:rPr>
              <a:t>D</a:t>
            </a:r>
            <a:r>
              <a:rPr lang="en-US" altLang="x-none" sz="1400" dirty="0">
                <a:solidFill>
                  <a:srgbClr val="000000"/>
                </a:solidFill>
                <a:latin typeface="Comic Sans MS" panose="030F0702030302020204" pitchFamily="66" charset="0"/>
              </a:rPr>
              <a:t>c </a:t>
            </a:r>
            <a:r>
              <a:rPr lang="sv-SE" altLang="x-none" sz="1600" dirty="0">
                <a:solidFill>
                  <a:srgbClr val="000000"/>
                </a:solidFill>
                <a:latin typeface="Comic Sans MS" panose="030F0702030302020204" pitchFamily="66" charset="0"/>
              </a:rPr>
              <a:t>||</a:t>
            </a:r>
            <a:r>
              <a:rPr lang="sv-SE" altLang="x-none" sz="1400" dirty="0">
                <a:solidFill>
                  <a:srgbClr val="000000"/>
                </a:solidFill>
                <a:latin typeface="Comic Sans MS" panose="030F0702030302020204" pitchFamily="66" charset="0"/>
              </a:rPr>
              <a:t> </a:t>
            </a:r>
            <a:r>
              <a:rPr lang="sv-SE" altLang="x-none" sz="1600" dirty="0">
                <a:solidFill>
                  <a:srgbClr val="000000"/>
                </a:solidFill>
                <a:latin typeface="Comic Sans MS" panose="030F0702030302020204" pitchFamily="66" charset="0"/>
              </a:rPr>
              <a:t>Ticket</a:t>
            </a:r>
            <a:endParaRPr lang="en-US" altLang="x-none" sz="1600" dirty="0">
              <a:latin typeface="Comic Sans MS" panose="030F0702030302020204" pitchFamily="66" charset="0"/>
            </a:endParaRPr>
          </a:p>
        </p:txBody>
      </p:sp>
      <p:sp>
        <p:nvSpPr>
          <p:cNvPr id="54" name="Folded Corner 53"/>
          <p:cNvSpPr/>
          <p:nvPr/>
        </p:nvSpPr>
        <p:spPr bwMode="auto">
          <a:xfrm>
            <a:off x="1676400" y="5943600"/>
            <a:ext cx="1066800" cy="381000"/>
          </a:xfrm>
          <a:prstGeom prst="foldedCorner">
            <a:avLst/>
          </a:prstGeom>
          <a:solidFill>
            <a:schemeClr val="accent5"/>
          </a:solidFill>
          <a:ln w="9525" cap="flat" cmpd="sng" algn="ctr">
            <a:solidFill>
              <a:schemeClr val="tx1"/>
            </a:solidFill>
            <a:prstDash val="solid"/>
            <a:round/>
            <a:headEnd type="none" w="med" len="med"/>
            <a:tailEnd type="none" w="med" len="med"/>
          </a:ln>
          <a:effectLst/>
        </p:spPr>
        <p:txBody>
          <a:bodyPr/>
          <a:lstStyle/>
          <a:p>
            <a:pPr marL="0" marR="0" lvl="0" indent="0" algn="l" defTabSz="449580" rtl="0" eaLnBrk="0" fontAlgn="base" latinLnBrk="0" hangingPunct="0">
              <a:lnSpc>
                <a:spcPct val="90000"/>
              </a:lnSpc>
              <a:spcBef>
                <a:spcPts val="700"/>
              </a:spcBef>
              <a:spcAft>
                <a:spcPct val="0"/>
              </a:spcAft>
              <a:buClr>
                <a:srgbClr val="000000"/>
              </a:buClr>
              <a:buSzPct val="100000"/>
              <a:buFont typeface="Times New Roman" panose="02020603050405020304" pitchFamily="18" charset="0"/>
              <a:buNone/>
              <a:defRPr/>
            </a:pPr>
            <a:r>
              <a:rPr kumimoji="0" lang="en-US" sz="1200" b="1" i="0" u="none" strike="noStrike" kern="1200" cap="none" spc="0" normalizeH="0" baseline="0" noProof="0" dirty="0">
                <a:ln>
                  <a:noFill/>
                </a:ln>
                <a:solidFill>
                  <a:schemeClr val="tx1"/>
                </a:solidFill>
                <a:effectLst/>
                <a:uLnTx/>
                <a:uFillTx/>
                <a:latin typeface="Comic Sans MS" panose="030F0702030302020204" pitchFamily="66" charset="0"/>
                <a:ea typeface="+mn-ea"/>
                <a:cs typeface="+mn-cs"/>
              </a:rPr>
              <a:t>Requested file</a:t>
            </a:r>
          </a:p>
        </p:txBody>
      </p:sp>
      <p:cxnSp>
        <p:nvCxnSpPr>
          <p:cNvPr id="55" name="Straight Arrow Connector 54"/>
          <p:cNvCxnSpPr/>
          <p:nvPr/>
        </p:nvCxnSpPr>
        <p:spPr>
          <a:xfrm>
            <a:off x="5029200" y="5943600"/>
            <a:ext cx="228600" cy="1588"/>
          </a:xfrm>
          <a:prstGeom prst="straightConnector1">
            <a:avLst/>
          </a:prstGeom>
          <a:ln w="9525" cap="flat" cmpd="sng">
            <a:solidFill>
              <a:schemeClr val="tx1"/>
            </a:solidFill>
            <a:prstDash val="solid"/>
            <a:headEnd type="arrow" w="med" len="med"/>
            <a:tailEnd type="arrow" w="med" len="med"/>
          </a:ln>
        </p:spPr>
      </p:cxnSp>
      <p:sp>
        <p:nvSpPr>
          <p:cNvPr id="57" name="TextBox 56"/>
          <p:cNvSpPr txBox="1"/>
          <p:nvPr/>
        </p:nvSpPr>
        <p:spPr>
          <a:xfrm>
            <a:off x="533400" y="4267200"/>
            <a:ext cx="533400" cy="479425"/>
          </a:xfrm>
          <a:prstGeom prst="rect">
            <a:avLst/>
          </a:prstGeom>
          <a:noFill/>
          <a:ln w="9525">
            <a:noFill/>
          </a:ln>
        </p:spPr>
        <p:txBody>
          <a:bodyPr>
            <a:spAutoFit/>
          </a:bodyPr>
          <a:lstStyle/>
          <a:p>
            <a:r>
              <a:rPr lang="en-US" altLang="x-none" dirty="0">
                <a:solidFill>
                  <a:srgbClr val="FF0000"/>
                </a:solidFill>
                <a:latin typeface="Comic Sans MS" panose="030F0702030302020204" pitchFamily="66" charset="0"/>
              </a:rPr>
              <a:t>C</a:t>
            </a:r>
          </a:p>
        </p:txBody>
      </p:sp>
      <p:sp>
        <p:nvSpPr>
          <p:cNvPr id="45080" name="Rectangle 57"/>
          <p:cNvSpPr/>
          <p:nvPr/>
        </p:nvSpPr>
        <p:spPr>
          <a:xfrm>
            <a:off x="6705600" y="3429000"/>
            <a:ext cx="2438400" cy="3429000"/>
          </a:xfrm>
          <a:prstGeom prst="rect">
            <a:avLst/>
          </a:prstGeom>
          <a:noFill/>
          <a:ln w="9525" cap="flat" cmpd="sng">
            <a:solidFill>
              <a:schemeClr val="tx1"/>
            </a:solidFill>
            <a:prstDash val="solid"/>
            <a:round/>
            <a:headEnd type="none" w="med" len="med"/>
            <a:tailEnd type="none" w="med" len="med"/>
          </a:ln>
        </p:spPr>
        <p:txBody>
          <a:bodyPr/>
          <a:lstStyle/>
          <a:p>
            <a:r>
              <a:rPr lang="en-US" altLang="x-none" sz="1400" dirty="0">
                <a:solidFill>
                  <a:schemeClr val="tx1"/>
                </a:solidFill>
                <a:latin typeface="Comic Sans MS" panose="030F0702030302020204" pitchFamily="66" charset="0"/>
              </a:rPr>
              <a:t>C: Client</a:t>
            </a:r>
          </a:p>
          <a:p>
            <a:r>
              <a:rPr lang="en-US" altLang="x-none" sz="1400" dirty="0">
                <a:solidFill>
                  <a:schemeClr val="tx1"/>
                </a:solidFill>
                <a:latin typeface="Comic Sans MS" panose="030F0702030302020204" pitchFamily="66" charset="0"/>
              </a:rPr>
              <a:t>CW: Client Workstation</a:t>
            </a:r>
          </a:p>
          <a:p>
            <a:r>
              <a:rPr lang="en-US" altLang="x-none" sz="1400" dirty="0">
                <a:solidFill>
                  <a:schemeClr val="tx1"/>
                </a:solidFill>
                <a:latin typeface="Comic Sans MS" panose="030F0702030302020204" pitchFamily="66" charset="0"/>
              </a:rPr>
              <a:t>AS: Authentication Server</a:t>
            </a:r>
          </a:p>
          <a:p>
            <a:r>
              <a:rPr lang="sv-SE" altLang="x-none" sz="1400" dirty="0">
                <a:solidFill>
                  <a:srgbClr val="000000"/>
                </a:solidFill>
                <a:latin typeface="Comic Sans MS" panose="030F0702030302020204" pitchFamily="66" charset="0"/>
              </a:rPr>
              <a:t>AS</a:t>
            </a:r>
            <a:r>
              <a:rPr lang="sv-SE" altLang="x-none" sz="1400" baseline="-25000" dirty="0">
                <a:solidFill>
                  <a:srgbClr val="000000"/>
                </a:solidFill>
                <a:latin typeface="Comic Sans MS" panose="030F0702030302020204" pitchFamily="66" charset="0"/>
              </a:rPr>
              <a:t>DB</a:t>
            </a:r>
            <a:r>
              <a:rPr lang="en-US" altLang="x-none" sz="1400" dirty="0">
                <a:solidFill>
                  <a:schemeClr val="tx1"/>
                </a:solidFill>
                <a:latin typeface="Comic Sans MS" panose="030F0702030302020204" pitchFamily="66" charset="0"/>
              </a:rPr>
              <a:t>: AS database</a:t>
            </a:r>
          </a:p>
          <a:p>
            <a:r>
              <a:rPr lang="en-US" altLang="x-none" sz="1400" dirty="0">
                <a:solidFill>
                  <a:schemeClr val="tx1"/>
                </a:solidFill>
                <a:latin typeface="Comic Sans MS" panose="030F0702030302020204" pitchFamily="66" charset="0"/>
              </a:rPr>
              <a:t>V: File Server</a:t>
            </a:r>
          </a:p>
          <a:p>
            <a:r>
              <a:rPr lang="en-US" altLang="x-none" sz="1400" dirty="0">
                <a:solidFill>
                  <a:schemeClr val="tx1"/>
                </a:solidFill>
                <a:latin typeface="Comic Sans MS" panose="030F0702030302020204" pitchFamily="66" charset="0"/>
              </a:rPr>
              <a:t>F: File</a:t>
            </a:r>
          </a:p>
          <a:p>
            <a:r>
              <a:rPr lang="sv-SE" altLang="x-none" sz="2000" baseline="-25000" dirty="0">
                <a:solidFill>
                  <a:srgbClr val="000000"/>
                </a:solidFill>
                <a:latin typeface="Comic Sans MS" panose="030F0702030302020204" pitchFamily="66" charset="0"/>
              </a:rPr>
              <a:t>Kv: Key known only to AS and V</a:t>
            </a:r>
          </a:p>
          <a:p>
            <a:endParaRPr lang="en-US" altLang="x-none" sz="2000" dirty="0">
              <a:latin typeface="Comic Sans MS" panose="030F0702030302020204" pitchFamily="66" charset="0"/>
            </a:endParaRPr>
          </a:p>
          <a:p>
            <a:endParaRPr lang="en-US" altLang="x-none" sz="1400" dirty="0">
              <a:solidFill>
                <a:schemeClr val="tx1"/>
              </a:solidFill>
              <a:latin typeface="Comic Sans MS" panose="030F0702030302020204" pitchFamily="66" charset="0"/>
            </a:endParaRPr>
          </a:p>
        </p:txBody>
      </p:sp>
    </p:spTree>
    <p:extLst>
      <p:ext uri="{BB962C8B-B14F-4D97-AF65-F5344CB8AC3E}">
        <p14:creationId xmlns:p14="http://schemas.microsoft.com/office/powerpoint/2010/main" val="1362100433"/>
      </p:ext>
    </p:extLst>
  </p:cSld>
  <p:clrMapOvr>
    <a:masterClrMapping/>
  </p:clrMapOvr>
  <p:transition spd="med"/>
  <p:timing>
    <p:tnLst>
      <p:par>
        <p:cTn id="1" dur="indefinite" restart="never" nodeType="tmRoot">
          <p:childTnLst>
            <p:seq concurrent="1" nextAc="seek">
              <p:cTn id="2"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7"/>
                                        </p:tgtEl>
                                        <p:attrNameLst>
                                          <p:attrName>style.visibility</p:attrName>
                                        </p:attrNameLst>
                                      </p:cBhvr>
                                      <p:to>
                                        <p:strVal val="visible"/>
                                      </p:to>
                                    </p:set>
                                    <p:anim calcmode="lin" valueType="num">
                                      <p:cBhvr additive="base">
                                        <p:cTn id="7" dur="500" fill="hold"/>
                                        <p:tgtEl>
                                          <p:spTgt spid="57"/>
                                        </p:tgtEl>
                                        <p:attrNameLst>
                                          <p:attrName>ppt_x</p:attrName>
                                        </p:attrNameLst>
                                      </p:cBhvr>
                                      <p:tavLst>
                                        <p:tav tm="0">
                                          <p:val>
                                            <p:strVal val="#ppt_x"/>
                                          </p:val>
                                        </p:tav>
                                        <p:tav tm="100000">
                                          <p:val>
                                            <p:strVal val="#ppt_x"/>
                                          </p:val>
                                        </p:tav>
                                      </p:tavLst>
                                    </p:anim>
                                    <p:anim calcmode="lin" valueType="num">
                                      <p:cBhvr additive="base">
                                        <p:cTn id="8" dur="500" fill="hold"/>
                                        <p:tgtEl>
                                          <p:spTgt spid="5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nodeType="click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blinds(horizontal)">
                                      <p:cBhvr>
                                        <p:cTn id="19" dur="500"/>
                                        <p:tgtEl>
                                          <p:spTgt spid="35"/>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nodeType="click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blinds(horizontal)">
                                      <p:cBhvr>
                                        <p:cTn id="24" dur="500"/>
                                        <p:tgtEl>
                                          <p:spTgt spid="2"/>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blinds(horizontal)">
                                      <p:cBhvr>
                                        <p:cTn id="29" dur="500"/>
                                        <p:tgtEl>
                                          <p:spTgt spid="4"/>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blinds(horizontal)">
                                      <p:cBhvr>
                                        <p:cTn id="34" dur="500"/>
                                        <p:tgtEl>
                                          <p:spTgt spid="7"/>
                                        </p:tgtEl>
                                      </p:cBhvr>
                                    </p:animEffect>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45"/>
                                        </p:tgtEl>
                                        <p:attrNameLst>
                                          <p:attrName>style.visibility</p:attrName>
                                        </p:attrNameLst>
                                      </p:cBhvr>
                                      <p:to>
                                        <p:strVal val="visible"/>
                                      </p:to>
                                    </p:set>
                                    <p:anim calcmode="lin" valueType="num">
                                      <p:cBhvr additive="base">
                                        <p:cTn id="39" dur="500" fill="hold"/>
                                        <p:tgtEl>
                                          <p:spTgt spid="45"/>
                                        </p:tgtEl>
                                        <p:attrNameLst>
                                          <p:attrName>ppt_x</p:attrName>
                                        </p:attrNameLst>
                                      </p:cBhvr>
                                      <p:tavLst>
                                        <p:tav tm="0">
                                          <p:val>
                                            <p:strVal val="#ppt_x"/>
                                          </p:val>
                                        </p:tav>
                                        <p:tav tm="100000">
                                          <p:val>
                                            <p:strVal val="#ppt_x"/>
                                          </p:val>
                                        </p:tav>
                                      </p:tavLst>
                                    </p:anim>
                                    <p:anim calcmode="lin" valueType="num">
                                      <p:cBhvr additive="base">
                                        <p:cTn id="40" dur="500" fill="hold"/>
                                        <p:tgtEl>
                                          <p:spTgt spid="45"/>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nodeType="clickEffect">
                                  <p:stCondLst>
                                    <p:cond delay="0"/>
                                  </p:stCondLst>
                                  <p:childTnLst>
                                    <p:set>
                                      <p:cBhvr>
                                        <p:cTn id="44" dur="1" fill="hold">
                                          <p:stCondLst>
                                            <p:cond delay="0"/>
                                          </p:stCondLst>
                                        </p:cTn>
                                        <p:tgtEl>
                                          <p:spTgt spid="6"/>
                                        </p:tgtEl>
                                        <p:attrNameLst>
                                          <p:attrName>style.visibility</p:attrName>
                                        </p:attrNameLst>
                                      </p:cBhvr>
                                      <p:to>
                                        <p:strVal val="visible"/>
                                      </p:to>
                                    </p:set>
                                    <p:animEffect transition="in" filter="blinds(horizontal)">
                                      <p:cBhvr>
                                        <p:cTn id="45" dur="500"/>
                                        <p:tgtEl>
                                          <p:spTgt spid="6"/>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nodeType="clickEffect">
                                  <p:stCondLst>
                                    <p:cond delay="0"/>
                                  </p:stCondLst>
                                  <p:childTnLst>
                                    <p:set>
                                      <p:cBhvr>
                                        <p:cTn id="49" dur="1" fill="hold">
                                          <p:stCondLst>
                                            <p:cond delay="0"/>
                                          </p:stCondLst>
                                        </p:cTn>
                                        <p:tgtEl>
                                          <p:spTgt spid="3"/>
                                        </p:tgtEl>
                                        <p:attrNameLst>
                                          <p:attrName>style.visibility</p:attrName>
                                        </p:attrNameLst>
                                      </p:cBhvr>
                                      <p:to>
                                        <p:strVal val="visible"/>
                                      </p:to>
                                    </p:set>
                                    <p:animEffect transition="in" filter="blinds(horizontal)">
                                      <p:cBhvr>
                                        <p:cTn id="50" dur="500"/>
                                        <p:tgtEl>
                                          <p:spTgt spid="3"/>
                                        </p:tgtEl>
                                      </p:cBhvr>
                                    </p:animEffect>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55"/>
                                        </p:tgtEl>
                                        <p:attrNameLst>
                                          <p:attrName>style.visibility</p:attrName>
                                        </p:attrNameLst>
                                      </p:cBhvr>
                                      <p:to>
                                        <p:strVal val="visible"/>
                                      </p:to>
                                    </p:set>
                                    <p:anim calcmode="lin" valueType="num">
                                      <p:cBhvr additive="base">
                                        <p:cTn id="55" dur="500" fill="hold"/>
                                        <p:tgtEl>
                                          <p:spTgt spid="55"/>
                                        </p:tgtEl>
                                        <p:attrNameLst>
                                          <p:attrName>ppt_x</p:attrName>
                                        </p:attrNameLst>
                                      </p:cBhvr>
                                      <p:tavLst>
                                        <p:tav tm="0">
                                          <p:val>
                                            <p:strVal val="#ppt_x"/>
                                          </p:val>
                                        </p:tav>
                                        <p:tav tm="100000">
                                          <p:val>
                                            <p:strVal val="#ppt_x"/>
                                          </p:val>
                                        </p:tav>
                                      </p:tavLst>
                                    </p:anim>
                                    <p:anim calcmode="lin" valueType="num">
                                      <p:cBhvr additive="base">
                                        <p:cTn id="56" dur="500" fill="hold"/>
                                        <p:tgtEl>
                                          <p:spTgt spid="55"/>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5" presetClass="entr" presetSubtype="10" fill="hold" nodeType="clickEffect">
                                  <p:stCondLst>
                                    <p:cond delay="0"/>
                                  </p:stCondLst>
                                  <p:childTnLst>
                                    <p:set>
                                      <p:cBhvr>
                                        <p:cTn id="60" dur="1" fill="hold">
                                          <p:stCondLst>
                                            <p:cond delay="0"/>
                                          </p:stCondLst>
                                        </p:cTn>
                                        <p:tgtEl>
                                          <p:spTgt spid="45066"/>
                                        </p:tgtEl>
                                        <p:attrNameLst>
                                          <p:attrName>style.visibility</p:attrName>
                                        </p:attrNameLst>
                                      </p:cBhvr>
                                      <p:to>
                                        <p:strVal val="visible"/>
                                      </p:to>
                                    </p:set>
                                    <p:animEffect transition="in" filter="checkerboard(across)">
                                      <p:cBhvr>
                                        <p:cTn id="61" dur="500"/>
                                        <p:tgtEl>
                                          <p:spTgt spid="45066"/>
                                        </p:tgtEl>
                                      </p:cBhvr>
                                    </p:animEffect>
                                  </p:childTnLst>
                                </p:cTn>
                              </p:par>
                            </p:childTnLst>
                          </p:cTn>
                        </p:par>
                      </p:childTnLst>
                    </p:cTn>
                  </p:par>
                  <p:par>
                    <p:cTn id="62" fill="hold">
                      <p:stCondLst>
                        <p:cond delay="indefinite"/>
                      </p:stCondLst>
                      <p:childTnLst>
                        <p:par>
                          <p:cTn id="63" fill="hold">
                            <p:stCondLst>
                              <p:cond delay="0"/>
                            </p:stCondLst>
                            <p:childTnLst>
                              <p:par>
                                <p:cTn id="64" presetID="5" presetClass="entr" presetSubtype="10" fill="hold" grpId="0" nodeType="clickEffect">
                                  <p:stCondLst>
                                    <p:cond delay="0"/>
                                  </p:stCondLst>
                                  <p:childTnLst>
                                    <p:set>
                                      <p:cBhvr>
                                        <p:cTn id="65" dur="1" fill="hold">
                                          <p:stCondLst>
                                            <p:cond delay="0"/>
                                          </p:stCondLst>
                                        </p:cTn>
                                        <p:tgtEl>
                                          <p:spTgt spid="36"/>
                                        </p:tgtEl>
                                        <p:attrNameLst>
                                          <p:attrName>style.visibility</p:attrName>
                                        </p:attrNameLst>
                                      </p:cBhvr>
                                      <p:to>
                                        <p:strVal val="visible"/>
                                      </p:to>
                                    </p:set>
                                    <p:animEffect transition="in" filter="checkerboard(across)">
                                      <p:cBhvr>
                                        <p:cTn id="66" dur="500"/>
                                        <p:tgtEl>
                                          <p:spTgt spid="36"/>
                                        </p:tgtEl>
                                      </p:cBhvr>
                                    </p:animEffect>
                                  </p:childTnLst>
                                </p:cTn>
                              </p:par>
                            </p:childTnLst>
                          </p:cTn>
                        </p:par>
                      </p:childTnLst>
                    </p:cTn>
                  </p:par>
                  <p:par>
                    <p:cTn id="67" fill="hold">
                      <p:stCondLst>
                        <p:cond delay="indefinite"/>
                      </p:stCondLst>
                      <p:childTnLst>
                        <p:par>
                          <p:cTn id="68" fill="hold">
                            <p:stCondLst>
                              <p:cond delay="0"/>
                            </p:stCondLst>
                            <p:childTnLst>
                              <p:par>
                                <p:cTn id="69" presetID="3" presetClass="entr" presetSubtype="10" fill="hold" grpId="0" nodeType="clickEffect">
                                  <p:stCondLst>
                                    <p:cond delay="0"/>
                                  </p:stCondLst>
                                  <p:childTnLst>
                                    <p:set>
                                      <p:cBhvr>
                                        <p:cTn id="70" dur="1" fill="hold">
                                          <p:stCondLst>
                                            <p:cond delay="0"/>
                                          </p:stCondLst>
                                        </p:cTn>
                                        <p:tgtEl>
                                          <p:spTgt spid="49"/>
                                        </p:tgtEl>
                                        <p:attrNameLst>
                                          <p:attrName>style.visibility</p:attrName>
                                        </p:attrNameLst>
                                      </p:cBhvr>
                                      <p:to>
                                        <p:strVal val="visible"/>
                                      </p:to>
                                    </p:set>
                                    <p:animEffect transition="in" filter="blinds(horizontal)">
                                      <p:cBhvr>
                                        <p:cTn id="71" dur="500"/>
                                        <p:tgtEl>
                                          <p:spTgt spid="49"/>
                                        </p:tgtEl>
                                      </p:cBhvr>
                                    </p:animEffect>
                                  </p:childTnLst>
                                </p:cTn>
                              </p:par>
                            </p:childTnLst>
                          </p:cTn>
                        </p:par>
                      </p:childTnLst>
                    </p:cTn>
                  </p:par>
                  <p:par>
                    <p:cTn id="72" fill="hold">
                      <p:stCondLst>
                        <p:cond delay="indefinite"/>
                      </p:stCondLst>
                      <p:childTnLst>
                        <p:par>
                          <p:cTn id="73" fill="hold">
                            <p:stCondLst>
                              <p:cond delay="0"/>
                            </p:stCondLst>
                            <p:childTnLst>
                              <p:par>
                                <p:cTn id="74" presetID="3" presetClass="entr" presetSubtype="10" fill="hold" nodeType="clickEffect">
                                  <p:stCondLst>
                                    <p:cond delay="0"/>
                                  </p:stCondLst>
                                  <p:childTnLst>
                                    <p:set>
                                      <p:cBhvr>
                                        <p:cTn id="75" dur="1" fill="hold">
                                          <p:stCondLst>
                                            <p:cond delay="0"/>
                                          </p:stCondLst>
                                        </p:cTn>
                                        <p:tgtEl>
                                          <p:spTgt spid="20"/>
                                        </p:tgtEl>
                                        <p:attrNameLst>
                                          <p:attrName>style.visibility</p:attrName>
                                        </p:attrNameLst>
                                      </p:cBhvr>
                                      <p:to>
                                        <p:strVal val="visible"/>
                                      </p:to>
                                    </p:set>
                                    <p:animEffect transition="in" filter="blinds(horizontal)">
                                      <p:cBhvr>
                                        <p:cTn id="76" dur="500"/>
                                        <p:tgtEl>
                                          <p:spTgt spid="20"/>
                                        </p:tgtEl>
                                      </p:cBhvr>
                                    </p:animEffect>
                                  </p:childTnLst>
                                </p:cTn>
                              </p:par>
                            </p:childTnLst>
                          </p:cTn>
                        </p:par>
                      </p:childTnLst>
                    </p:cTn>
                  </p:par>
                  <p:par>
                    <p:cTn id="77" fill="hold">
                      <p:stCondLst>
                        <p:cond delay="indefinite"/>
                      </p:stCondLst>
                      <p:childTnLst>
                        <p:par>
                          <p:cTn id="78" fill="hold">
                            <p:stCondLst>
                              <p:cond delay="0"/>
                            </p:stCondLst>
                            <p:childTnLst>
                              <p:par>
                                <p:cTn id="79" presetID="3" presetClass="entr" presetSubtype="10" fill="hold" grpId="0" nodeType="clickEffect">
                                  <p:stCondLst>
                                    <p:cond delay="0"/>
                                  </p:stCondLst>
                                  <p:childTnLst>
                                    <p:set>
                                      <p:cBhvr>
                                        <p:cTn id="80" dur="1" fill="hold">
                                          <p:stCondLst>
                                            <p:cond delay="0"/>
                                          </p:stCondLst>
                                        </p:cTn>
                                        <p:tgtEl>
                                          <p:spTgt spid="51"/>
                                        </p:tgtEl>
                                        <p:attrNameLst>
                                          <p:attrName>style.visibility</p:attrName>
                                        </p:attrNameLst>
                                      </p:cBhvr>
                                      <p:to>
                                        <p:strVal val="visible"/>
                                      </p:to>
                                    </p:set>
                                    <p:animEffect transition="in" filter="blinds(horizontal)">
                                      <p:cBhvr>
                                        <p:cTn id="81" dur="500"/>
                                        <p:tgtEl>
                                          <p:spTgt spid="51"/>
                                        </p:tgtEl>
                                      </p:cBhvr>
                                    </p:animEffect>
                                  </p:childTnLst>
                                </p:cTn>
                              </p:par>
                            </p:childTnLst>
                          </p:cTn>
                        </p:par>
                      </p:childTnLst>
                    </p:cTn>
                  </p:par>
                  <p:par>
                    <p:cTn id="82" fill="hold">
                      <p:stCondLst>
                        <p:cond delay="indefinite"/>
                      </p:stCondLst>
                      <p:childTnLst>
                        <p:par>
                          <p:cTn id="83" fill="hold">
                            <p:stCondLst>
                              <p:cond delay="0"/>
                            </p:stCondLst>
                            <p:childTnLst>
                              <p:par>
                                <p:cTn id="84" presetID="3" presetClass="entr" presetSubtype="10" fill="hold" nodeType="clickEffect">
                                  <p:stCondLst>
                                    <p:cond delay="0"/>
                                  </p:stCondLst>
                                  <p:childTnLst>
                                    <p:set>
                                      <p:cBhvr>
                                        <p:cTn id="85" dur="1" fill="hold">
                                          <p:stCondLst>
                                            <p:cond delay="0"/>
                                          </p:stCondLst>
                                        </p:cTn>
                                        <p:tgtEl>
                                          <p:spTgt spid="25"/>
                                        </p:tgtEl>
                                        <p:attrNameLst>
                                          <p:attrName>style.visibility</p:attrName>
                                        </p:attrNameLst>
                                      </p:cBhvr>
                                      <p:to>
                                        <p:strVal val="visible"/>
                                      </p:to>
                                    </p:set>
                                    <p:animEffect transition="in" filter="blinds(horizontal)">
                                      <p:cBhvr>
                                        <p:cTn id="86" dur="500"/>
                                        <p:tgtEl>
                                          <p:spTgt spid="25"/>
                                        </p:tgtEl>
                                      </p:cBhvr>
                                    </p:animEffect>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nodeType="clickEffect">
                                  <p:stCondLst>
                                    <p:cond delay="0"/>
                                  </p:stCondLst>
                                  <p:childTnLst>
                                    <p:set>
                                      <p:cBhvr>
                                        <p:cTn id="90" dur="1" fill="hold">
                                          <p:stCondLst>
                                            <p:cond delay="0"/>
                                          </p:stCondLst>
                                        </p:cTn>
                                        <p:tgtEl>
                                          <p:spTgt spid="28"/>
                                        </p:tgtEl>
                                        <p:attrNameLst>
                                          <p:attrName>style.visibility</p:attrName>
                                        </p:attrNameLst>
                                      </p:cBhvr>
                                      <p:to>
                                        <p:strVal val="visible"/>
                                      </p:to>
                                    </p:set>
                                    <p:anim calcmode="lin" valueType="num">
                                      <p:cBhvr additive="base">
                                        <p:cTn id="91" dur="500" fill="hold"/>
                                        <p:tgtEl>
                                          <p:spTgt spid="28"/>
                                        </p:tgtEl>
                                        <p:attrNameLst>
                                          <p:attrName>ppt_x</p:attrName>
                                        </p:attrNameLst>
                                      </p:cBhvr>
                                      <p:tavLst>
                                        <p:tav tm="0">
                                          <p:val>
                                            <p:strVal val="#ppt_x"/>
                                          </p:val>
                                        </p:tav>
                                        <p:tav tm="100000">
                                          <p:val>
                                            <p:strVal val="#ppt_x"/>
                                          </p:val>
                                        </p:tav>
                                      </p:tavLst>
                                    </p:anim>
                                    <p:anim calcmode="lin" valueType="num">
                                      <p:cBhvr additive="base">
                                        <p:cTn id="92"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grpId="0" nodeType="clickEffect">
                                  <p:stCondLst>
                                    <p:cond delay="0"/>
                                  </p:stCondLst>
                                  <p:childTnLst>
                                    <p:set>
                                      <p:cBhvr>
                                        <p:cTn id="96" dur="1" fill="hold">
                                          <p:stCondLst>
                                            <p:cond delay="0"/>
                                          </p:stCondLst>
                                        </p:cTn>
                                        <p:tgtEl>
                                          <p:spTgt spid="54"/>
                                        </p:tgtEl>
                                        <p:attrNameLst>
                                          <p:attrName>style.visibility</p:attrName>
                                        </p:attrNameLst>
                                      </p:cBhvr>
                                      <p:to>
                                        <p:strVal val="visible"/>
                                      </p:to>
                                    </p:set>
                                    <p:anim calcmode="lin" valueType="num">
                                      <p:cBhvr additive="base">
                                        <p:cTn id="97" dur="500" fill="hold"/>
                                        <p:tgtEl>
                                          <p:spTgt spid="54"/>
                                        </p:tgtEl>
                                        <p:attrNameLst>
                                          <p:attrName>ppt_x</p:attrName>
                                        </p:attrNameLst>
                                      </p:cBhvr>
                                      <p:tavLst>
                                        <p:tav tm="0">
                                          <p:val>
                                            <p:strVal val="#ppt_x"/>
                                          </p:val>
                                        </p:tav>
                                        <p:tav tm="100000">
                                          <p:val>
                                            <p:strVal val="#ppt_x"/>
                                          </p:val>
                                        </p:tav>
                                      </p:tavLst>
                                    </p:anim>
                                    <p:anim calcmode="lin" valueType="num">
                                      <p:cBhvr additive="base">
                                        <p:cTn id="98" dur="500" fill="hold"/>
                                        <p:tgtEl>
                                          <p:spTgt spid="54"/>
                                        </p:tgtEl>
                                        <p:attrNameLst>
                                          <p:attrName>ppt_y</p:attrName>
                                        </p:attrNameLst>
                                      </p:cBhvr>
                                      <p:tavLst>
                                        <p:tav tm="0">
                                          <p:val>
                                            <p:strVal val="1+#ppt_h/2"/>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3" presetClass="entr" presetSubtype="10" fill="hold" nodeType="clickEffect">
                                  <p:stCondLst>
                                    <p:cond delay="0"/>
                                  </p:stCondLst>
                                  <p:childTnLst>
                                    <p:set>
                                      <p:cBhvr>
                                        <p:cTn id="102" dur="1" fill="hold">
                                          <p:stCondLst>
                                            <p:cond delay="0"/>
                                          </p:stCondLst>
                                        </p:cTn>
                                        <p:tgtEl>
                                          <p:spTgt spid="28"/>
                                        </p:tgtEl>
                                        <p:attrNameLst>
                                          <p:attrName>style.visibility</p:attrName>
                                        </p:attrNameLst>
                                      </p:cBhvr>
                                      <p:to>
                                        <p:strVal val="visible"/>
                                      </p:to>
                                    </p:set>
                                    <p:animEffect transition="in" filter="blinds(horizontal)">
                                      <p:cBhvr>
                                        <p:cTn id="103" dur="500"/>
                                        <p:tgtEl>
                                          <p:spTgt spid="28"/>
                                        </p:tgtEl>
                                      </p:cBhvr>
                                    </p:animEffect>
                                  </p:childTnLst>
                                </p:cTn>
                              </p:par>
                              <p:par>
                                <p:cTn id="104" presetID="3" presetClass="entr" presetSubtype="10" fill="hold" grpId="1" nodeType="withEffect">
                                  <p:stCondLst>
                                    <p:cond delay="0"/>
                                  </p:stCondLst>
                                  <p:childTnLst>
                                    <p:set>
                                      <p:cBhvr>
                                        <p:cTn id="105" dur="1" fill="hold">
                                          <p:stCondLst>
                                            <p:cond delay="0"/>
                                          </p:stCondLst>
                                        </p:cTn>
                                        <p:tgtEl>
                                          <p:spTgt spid="54"/>
                                        </p:tgtEl>
                                        <p:attrNameLst>
                                          <p:attrName>style.visibility</p:attrName>
                                        </p:attrNameLst>
                                      </p:cBhvr>
                                      <p:to>
                                        <p:strVal val="visible"/>
                                      </p:to>
                                    </p:set>
                                    <p:animEffect transition="in" filter="blinds(horizontal)">
                                      <p:cBhvr>
                                        <p:cTn id="106"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36" grpId="0"/>
      <p:bldP spid="49" grpId="0"/>
      <p:bldP spid="51" grpId="0"/>
      <p:bldP spid="54" grpId="0" animBg="1"/>
      <p:bldP spid="54" grpId="1" animBg="1"/>
      <p:bldP spid="57"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ext Box 1"/>
          <p:cNvSpPr txBox="1"/>
          <p:nvPr/>
        </p:nvSpPr>
        <p:spPr>
          <a:xfrm>
            <a:off x="6553200" y="6248400"/>
            <a:ext cx="1905000" cy="457200"/>
          </a:xfrm>
          <a:prstGeom prst="rect">
            <a:avLst/>
          </a:prstGeom>
          <a:noFill/>
          <a:ln w="9525">
            <a:noFill/>
          </a:ln>
        </p:spPr>
        <p:txBody>
          <a:bodyPr lIns="90000" tIns="46800" rIns="90000" bIns="46800"/>
          <a:lstStyle/>
          <a:p>
            <a:pPr algn="r" defTabSz="449580">
              <a:lnSpc>
                <a:spcPct val="100000"/>
              </a:lnSpc>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9A0DB2DC-4C9A-4742-B13C-FB6460FD3503}" type="slidenum">
              <a:rPr lang="en-GB" sz="1400" dirty="0">
                <a:solidFill>
                  <a:srgbClr val="000000"/>
                </a:solidFill>
                <a:latin typeface="Times New Roman" panose="02020603050405020304" pitchFamily="18" charset="0"/>
              </a:rPr>
              <a:t>39</a:t>
            </a:fld>
            <a:endParaRPr lang="en-GB" sz="1400" dirty="0">
              <a:solidFill>
                <a:srgbClr val="000000"/>
              </a:solidFill>
              <a:latin typeface="Times New Roman" panose="02020603050405020304" pitchFamily="18" charset="0"/>
            </a:endParaRPr>
          </a:p>
        </p:txBody>
      </p:sp>
      <p:sp>
        <p:nvSpPr>
          <p:cNvPr id="46083" name="Text Box 2"/>
          <p:cNvSpPr txBox="1"/>
          <p:nvPr/>
        </p:nvSpPr>
        <p:spPr>
          <a:xfrm>
            <a:off x="6553200" y="6248400"/>
            <a:ext cx="1905000" cy="457200"/>
          </a:xfrm>
          <a:prstGeom prst="rect">
            <a:avLst/>
          </a:prstGeom>
          <a:noFill/>
          <a:ln w="9525">
            <a:noFill/>
          </a:ln>
        </p:spPr>
        <p:txBody>
          <a:bodyPr lIns="90000" tIns="46800" rIns="90000" bIns="46800"/>
          <a:lstStyle/>
          <a:p>
            <a:pPr algn="r" defTabSz="449580">
              <a:lnSpc>
                <a:spcPct val="100000"/>
              </a:lnSpc>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9A0DB2DC-4C9A-4742-B13C-FB6460FD3503}" type="slidenum">
              <a:rPr lang="en-US" altLang="x-none" sz="1400" dirty="0">
                <a:solidFill>
                  <a:srgbClr val="000000"/>
                </a:solidFill>
                <a:latin typeface="Times New Roman" panose="02020603050405020304" pitchFamily="18" charset="0"/>
              </a:rPr>
              <a:t>39</a:t>
            </a:fld>
            <a:endParaRPr lang="en-US" altLang="x-none" sz="1400" dirty="0">
              <a:solidFill>
                <a:srgbClr val="000000"/>
              </a:solidFill>
              <a:latin typeface="Times New Roman" panose="02020603050405020304" pitchFamily="18" charset="0"/>
            </a:endParaRPr>
          </a:p>
        </p:txBody>
      </p:sp>
      <p:sp>
        <p:nvSpPr>
          <p:cNvPr id="24579" name="Text Box 3"/>
          <p:cNvSpPr txBox="1">
            <a:spLocks noChangeArrowheads="1"/>
          </p:cNvSpPr>
          <p:nvPr/>
        </p:nvSpPr>
        <p:spPr bwMode="auto">
          <a:xfrm>
            <a:off x="0" y="0"/>
            <a:ext cx="3124200" cy="2743200"/>
          </a:xfrm>
          <a:prstGeom prst="rect">
            <a:avLst/>
          </a:prstGeom>
          <a:noFill/>
          <a:ln w="9525">
            <a:noFill/>
            <a:round/>
          </a:ln>
          <a:effectLst/>
        </p:spPr>
        <p:txBody>
          <a:bodyPr lIns="90000" tIns="46800" rIns="90000" bIns="46800"/>
          <a:lstStyle/>
          <a:p>
            <a:pPr marR="0" algn="ctr" defTabSz="449580" eaLnBrk="1" hangingPunct="1">
              <a:lnSpc>
                <a:spcPct val="100000"/>
              </a:lnSpc>
              <a:spcBef>
                <a:spcPct val="0"/>
              </a:spcBef>
              <a:buClr>
                <a:srgbClr val="000000"/>
              </a:buClr>
              <a:buSzPct val="100000"/>
              <a:buFont typeface="Times New Roman" panose="02020603050405020304"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sv-SE" sz="3200" b="1" kern="1200" cap="none" spc="0" normalizeH="0" baseline="0" noProof="0" dirty="0">
                <a:solidFill>
                  <a:srgbClr val="0070C0"/>
                </a:solidFill>
                <a:effectLst>
                  <a:outerShdw blurRad="38100" dist="38100" dir="2700000" algn="tl">
                    <a:srgbClr val="C0C0C0"/>
                  </a:outerShdw>
                </a:effectLst>
                <a:latin typeface="Comic Sans MS" panose="030F0702030302020204" pitchFamily="66" charset="0"/>
                <a:ea typeface="+mn-ea"/>
                <a:cs typeface="+mn-cs"/>
              </a:rPr>
              <a:t>Disadvantagesin the Authentication Dialogue</a:t>
            </a:r>
          </a:p>
        </p:txBody>
      </p:sp>
      <p:sp>
        <p:nvSpPr>
          <p:cNvPr id="46085" name="Text Box 4"/>
          <p:cNvSpPr txBox="1"/>
          <p:nvPr/>
        </p:nvSpPr>
        <p:spPr>
          <a:xfrm>
            <a:off x="0" y="3810000"/>
            <a:ext cx="8763000" cy="2971800"/>
          </a:xfrm>
          <a:prstGeom prst="rect">
            <a:avLst/>
          </a:prstGeom>
          <a:noFill/>
          <a:ln w="9525">
            <a:noFill/>
          </a:ln>
        </p:spPr>
        <p:txBody>
          <a:bodyPr lIns="90000" tIns="46800" rIns="90000" bIns="46800"/>
          <a:lstStyle/>
          <a:p>
            <a:pPr defTabSz="449580" eaLnBrk="1" hangingPunct="1">
              <a:lnSpc>
                <a:spcPct val="100000"/>
              </a:lnSpc>
              <a:tabLst>
                <a:tab pos="341630" algn="l"/>
                <a:tab pos="1256030" algn="l"/>
                <a:tab pos="2170430" algn="l"/>
                <a:tab pos="3084830" algn="l"/>
                <a:tab pos="3999230" algn="l"/>
                <a:tab pos="4913630" algn="l"/>
                <a:tab pos="5828030" algn="l"/>
                <a:tab pos="6742430" algn="l"/>
                <a:tab pos="7656830" algn="l"/>
                <a:tab pos="8571230" algn="l"/>
                <a:tab pos="9485630" algn="l"/>
                <a:tab pos="10400030" algn="l"/>
              </a:tabLst>
            </a:pPr>
            <a:r>
              <a:rPr lang="en-US" altLang="x-none" sz="2400" b="1" dirty="0" smtClean="0">
                <a:latin typeface="Comic Sans MS" panose="030F0702030302020204" pitchFamily="66" charset="0"/>
              </a:rPr>
              <a:t>     Problems:</a:t>
            </a:r>
          </a:p>
          <a:p>
            <a:pPr defTabSz="449580" eaLnBrk="1" hangingPunct="1">
              <a:lnSpc>
                <a:spcPct val="100000"/>
              </a:lnSpc>
              <a:tabLst>
                <a:tab pos="341630" algn="l"/>
                <a:tab pos="1256030" algn="l"/>
                <a:tab pos="2170430" algn="l"/>
                <a:tab pos="3084830" algn="l"/>
                <a:tab pos="3999230" algn="l"/>
                <a:tab pos="4913630" algn="l"/>
                <a:tab pos="5828030" algn="l"/>
                <a:tab pos="6742430" algn="l"/>
                <a:tab pos="7656830" algn="l"/>
                <a:tab pos="8571230" algn="l"/>
                <a:tab pos="9485630" algn="l"/>
                <a:tab pos="10400030" algn="l"/>
              </a:tabLst>
            </a:pPr>
            <a:endParaRPr lang="en-US" altLang="x-none" sz="2400" b="1" dirty="0">
              <a:latin typeface="Comic Sans MS" panose="030F0702030302020204" pitchFamily="66" charset="0"/>
            </a:endParaRPr>
          </a:p>
          <a:p>
            <a:pPr marL="688975" lvl="2" indent="-285750" defTabSz="449580" eaLnBrk="1" hangingPunct="1">
              <a:lnSpc>
                <a:spcPct val="100000"/>
              </a:lnSpc>
              <a:spcBef>
                <a:spcPts val="600"/>
              </a:spcBef>
              <a:buFont typeface="Comic Sans MS" panose="030F0702030302020204" pitchFamily="66" charset="0"/>
              <a:buAutoNum type="arabicPeriod"/>
              <a:tabLst>
                <a:tab pos="341630" algn="l"/>
                <a:tab pos="1256030" algn="l"/>
                <a:tab pos="2170430" algn="l"/>
                <a:tab pos="3084830" algn="l"/>
                <a:tab pos="3999230" algn="l"/>
                <a:tab pos="4913630" algn="l"/>
                <a:tab pos="5828030" algn="l"/>
                <a:tab pos="6742430" algn="l"/>
                <a:tab pos="7656830" algn="l"/>
                <a:tab pos="8571230" algn="l"/>
                <a:tab pos="9485630" algn="l"/>
                <a:tab pos="10400030" algn="l"/>
              </a:tabLst>
            </a:pPr>
            <a:r>
              <a:rPr lang="en-US" altLang="x-none" sz="2000" b="1" dirty="0">
                <a:latin typeface="Comic Sans MS" panose="030F0702030302020204" pitchFamily="66" charset="0"/>
              </a:rPr>
              <a:t>As password is sent as plaintext, hackers may get hold of it and use illegally</a:t>
            </a:r>
            <a:r>
              <a:rPr lang="en-US" altLang="x-none" sz="2000" b="1" dirty="0" smtClean="0">
                <a:latin typeface="Comic Sans MS" panose="030F0702030302020204" pitchFamily="66" charset="0"/>
              </a:rPr>
              <a:t>.</a:t>
            </a:r>
          </a:p>
          <a:p>
            <a:pPr marL="1200150" lvl="1" indent="-796925" defTabSz="449580" eaLnBrk="1" hangingPunct="1">
              <a:lnSpc>
                <a:spcPct val="100000"/>
              </a:lnSpc>
              <a:buNone/>
              <a:tabLst>
                <a:tab pos="341630" algn="l"/>
                <a:tab pos="1256030" algn="l"/>
                <a:tab pos="2170430" algn="l"/>
                <a:tab pos="3084830" algn="l"/>
                <a:tab pos="3999230" algn="l"/>
                <a:tab pos="4913630" algn="l"/>
                <a:tab pos="5828030" algn="l"/>
                <a:tab pos="6742430" algn="l"/>
                <a:tab pos="7656830" algn="l"/>
                <a:tab pos="8571230" algn="l"/>
                <a:tab pos="9485630" algn="l"/>
                <a:tab pos="10400030" algn="l"/>
              </a:tabLst>
            </a:pPr>
            <a:endParaRPr lang="en-US" altLang="x-none" sz="2000" b="1" dirty="0">
              <a:latin typeface="Comic Sans MS" panose="030F0702030302020204" pitchFamily="66" charset="0"/>
            </a:endParaRPr>
          </a:p>
          <a:p>
            <a:pPr marL="1200150" lvl="1" indent="-796925" defTabSz="449580" eaLnBrk="1" hangingPunct="1">
              <a:lnSpc>
                <a:spcPct val="100000"/>
              </a:lnSpc>
              <a:buNone/>
              <a:tabLst>
                <a:tab pos="341630" algn="l"/>
                <a:tab pos="1256030" algn="l"/>
                <a:tab pos="2170430" algn="l"/>
                <a:tab pos="3084830" algn="l"/>
                <a:tab pos="3999230" algn="l"/>
                <a:tab pos="4913630" algn="l"/>
                <a:tab pos="5828030" algn="l"/>
                <a:tab pos="6742430" algn="l"/>
                <a:tab pos="7656830" algn="l"/>
                <a:tab pos="8571230" algn="l"/>
                <a:tab pos="9485630" algn="l"/>
                <a:tab pos="10400030" algn="l"/>
              </a:tabLst>
            </a:pPr>
            <a:r>
              <a:rPr lang="en-US" altLang="x-none" sz="2000" b="1" dirty="0" smtClean="0">
                <a:latin typeface="Comic Sans MS" panose="030F0702030302020204" pitchFamily="66" charset="0"/>
              </a:rPr>
              <a:t>2</a:t>
            </a:r>
            <a:r>
              <a:rPr lang="en-US" altLang="x-none" sz="2000" b="1" dirty="0">
                <a:latin typeface="Comic Sans MS" panose="030F0702030302020204" pitchFamily="66" charset="0"/>
              </a:rPr>
              <a:t>. For different server, different ticket is to be obtained by the client.</a:t>
            </a:r>
          </a:p>
        </p:txBody>
      </p:sp>
      <p:grpSp>
        <p:nvGrpSpPr>
          <p:cNvPr id="46086" name="Group 5"/>
          <p:cNvGrpSpPr/>
          <p:nvPr/>
        </p:nvGrpSpPr>
        <p:grpSpPr>
          <a:xfrm>
            <a:off x="3505200" y="76200"/>
            <a:ext cx="5562600" cy="2514600"/>
            <a:chOff x="457200" y="3505200"/>
            <a:chExt cx="5943600" cy="3124200"/>
          </a:xfrm>
        </p:grpSpPr>
        <p:sp>
          <p:nvSpPr>
            <p:cNvPr id="46095" name="Can 6"/>
            <p:cNvSpPr/>
            <p:nvPr/>
          </p:nvSpPr>
          <p:spPr>
            <a:xfrm>
              <a:off x="5486400" y="3581400"/>
              <a:ext cx="914400" cy="838200"/>
            </a:xfrm>
            <a:prstGeom prst="can">
              <a:avLst>
                <a:gd name="adj" fmla="val 25000"/>
              </a:avLst>
            </a:prstGeom>
            <a:solidFill>
              <a:srgbClr val="00B8FF"/>
            </a:solidFill>
            <a:ln w="9525" cap="flat" cmpd="sng">
              <a:solidFill>
                <a:schemeClr val="tx1"/>
              </a:solidFill>
              <a:prstDash val="solid"/>
              <a:headEnd type="none" w="med" len="med"/>
              <a:tailEnd type="none" w="med" len="med"/>
            </a:ln>
          </p:spPr>
          <p:txBody>
            <a:bodyPr/>
            <a:lstStyle/>
            <a:p>
              <a:r>
                <a:rPr lang="sv-SE" altLang="x-none" sz="1800" dirty="0">
                  <a:solidFill>
                    <a:srgbClr val="000000"/>
                  </a:solidFill>
                  <a:latin typeface="Comic Sans MS" panose="030F0702030302020204" pitchFamily="66" charset="0"/>
                </a:rPr>
                <a:t>AS</a:t>
              </a:r>
              <a:r>
                <a:rPr lang="sv-SE" altLang="x-none" sz="1800" baseline="-25000" dirty="0">
                  <a:solidFill>
                    <a:srgbClr val="000000"/>
                  </a:solidFill>
                  <a:latin typeface="Comic Sans MS" panose="030F0702030302020204" pitchFamily="66" charset="0"/>
                </a:rPr>
                <a:t>DB</a:t>
              </a:r>
              <a:endParaRPr lang="en-US" altLang="x-none" sz="1800" dirty="0">
                <a:solidFill>
                  <a:schemeClr val="tx1"/>
                </a:solidFill>
                <a:latin typeface="Comic Sans MS" panose="030F0702030302020204" pitchFamily="66" charset="0"/>
              </a:endParaRPr>
            </a:p>
          </p:txBody>
        </p:sp>
        <p:sp>
          <p:nvSpPr>
            <p:cNvPr id="46096" name="Smiley Face 7"/>
            <p:cNvSpPr/>
            <p:nvPr/>
          </p:nvSpPr>
          <p:spPr>
            <a:xfrm>
              <a:off x="457200" y="4724400"/>
              <a:ext cx="609600" cy="533400"/>
            </a:xfrm>
            <a:prstGeom prst="smileyFace">
              <a:avLst>
                <a:gd name="adj" fmla="val 4653"/>
              </a:avLst>
            </a:prstGeom>
            <a:solidFill>
              <a:srgbClr val="FFFF00"/>
            </a:solidFill>
            <a:ln w="9525" cap="flat" cmpd="sng">
              <a:solidFill>
                <a:schemeClr val="tx1"/>
              </a:solidFill>
              <a:prstDash val="solid"/>
              <a:headEnd type="none" w="med" len="med"/>
              <a:tailEnd type="none" w="med" len="med"/>
            </a:ln>
          </p:spPr>
          <p:txBody>
            <a:bodyPr/>
            <a:lstStyle/>
            <a:p>
              <a:endParaRPr lang="en-US" altLang="x-none" sz="2000" dirty="0">
                <a:latin typeface="Comic Sans MS" panose="030F0702030302020204" pitchFamily="66" charset="0"/>
              </a:endParaRPr>
            </a:p>
          </p:txBody>
        </p:sp>
        <p:sp>
          <p:nvSpPr>
            <p:cNvPr id="46097" name="Parallelogram 8"/>
            <p:cNvSpPr/>
            <p:nvPr/>
          </p:nvSpPr>
          <p:spPr>
            <a:xfrm>
              <a:off x="1447800" y="5181600"/>
              <a:ext cx="609600" cy="304800"/>
            </a:xfrm>
            <a:prstGeom prst="parallelogram">
              <a:avLst>
                <a:gd name="adj" fmla="val 25000"/>
              </a:avLst>
            </a:prstGeom>
            <a:solidFill>
              <a:srgbClr val="00B8FF"/>
            </a:solidFill>
            <a:ln w="9525" cap="flat" cmpd="sng">
              <a:solidFill>
                <a:schemeClr val="tx1"/>
              </a:solidFill>
              <a:prstDash val="solid"/>
              <a:round/>
              <a:headEnd type="none" w="med" len="med"/>
              <a:tailEnd type="none" w="med" len="med"/>
            </a:ln>
          </p:spPr>
          <p:txBody>
            <a:bodyPr/>
            <a:lstStyle/>
            <a:p>
              <a:endParaRPr lang="en-US" altLang="x-none" sz="2000" dirty="0">
                <a:latin typeface="Comic Sans MS" panose="030F0702030302020204" pitchFamily="66" charset="0"/>
              </a:endParaRPr>
            </a:p>
          </p:txBody>
        </p:sp>
        <p:sp>
          <p:nvSpPr>
            <p:cNvPr id="10" name="Frame 9"/>
            <p:cNvSpPr/>
            <p:nvPr/>
          </p:nvSpPr>
          <p:spPr bwMode="auto">
            <a:xfrm>
              <a:off x="1524131" y="4801034"/>
              <a:ext cx="532617" cy="380663"/>
            </a:xfrm>
            <a:prstGeom prst="frame">
              <a:avLst/>
            </a:prstGeom>
            <a:solidFill>
              <a:srgbClr val="00B8FF"/>
            </a:solidFill>
            <a:ln w="9525" cap="flat" cmpd="sng" algn="ctr">
              <a:solidFill>
                <a:schemeClr val="tx1"/>
              </a:solidFill>
              <a:prstDash val="solid"/>
              <a:round/>
              <a:headEnd type="none" w="med" len="med"/>
              <a:tailEnd type="none" w="med" len="med"/>
            </a:ln>
            <a:effectLst/>
          </p:spPr>
          <p:txBody>
            <a:bodyPr/>
            <a:lstStyle/>
            <a:p>
              <a:pPr marL="0" marR="0" lvl="0" indent="0" algn="l" defTabSz="449580" rtl="0" eaLnBrk="0" fontAlgn="base" latinLnBrk="0" hangingPunct="0">
                <a:lnSpc>
                  <a:spcPct val="90000"/>
                </a:lnSpc>
                <a:spcBef>
                  <a:spcPts val="700"/>
                </a:spcBef>
                <a:spcAft>
                  <a:spcPct val="0"/>
                </a:spcAft>
                <a:buClr>
                  <a:srgbClr val="000000"/>
                </a:buClr>
                <a:buSzPct val="100000"/>
                <a:buFont typeface="Times New Roman" panose="02020603050405020304" pitchFamily="18" charset="0"/>
                <a:buNone/>
                <a:defRPr/>
              </a:pPr>
              <a:r>
                <a:rPr kumimoji="0" lang="en-US" sz="1050" b="1" i="0" u="none" strike="noStrike" kern="1200" cap="none" spc="0" normalizeH="0" baseline="0" noProof="0" dirty="0">
                  <a:ln>
                    <a:noFill/>
                  </a:ln>
                  <a:solidFill>
                    <a:srgbClr val="FF0000"/>
                  </a:solidFill>
                  <a:effectLst/>
                  <a:uLnTx/>
                  <a:uFillTx/>
                  <a:latin typeface="Comic Sans MS" panose="030F0702030302020204" pitchFamily="66" charset="0"/>
                  <a:ea typeface="+mn-ea"/>
                  <a:cs typeface="+mn-cs"/>
                </a:rPr>
                <a:t>CW</a:t>
              </a:r>
            </a:p>
          </p:txBody>
        </p:sp>
        <p:sp>
          <p:nvSpPr>
            <p:cNvPr id="11" name="Folded Corner 10"/>
            <p:cNvSpPr/>
            <p:nvPr/>
          </p:nvSpPr>
          <p:spPr bwMode="auto">
            <a:xfrm>
              <a:off x="5257539" y="5943023"/>
              <a:ext cx="457983" cy="380664"/>
            </a:xfrm>
            <a:prstGeom prst="foldedCorner">
              <a:avLst/>
            </a:prstGeom>
            <a:solidFill>
              <a:schemeClr val="accent5"/>
            </a:solidFill>
            <a:ln w="9525" cap="flat" cmpd="sng" algn="ctr">
              <a:solidFill>
                <a:schemeClr val="tx1"/>
              </a:solidFill>
              <a:prstDash val="solid"/>
              <a:round/>
              <a:headEnd type="none" w="med" len="med"/>
              <a:tailEnd type="none" w="med" len="med"/>
            </a:ln>
            <a:effectLst/>
          </p:spPr>
          <p:txBody>
            <a:bodyPr/>
            <a:lstStyle/>
            <a:p>
              <a:pPr marL="0" marR="0" lvl="0" indent="0" algn="l" defTabSz="449580" rtl="0" eaLnBrk="0" fontAlgn="base" latinLnBrk="0" hangingPunct="0">
                <a:lnSpc>
                  <a:spcPct val="90000"/>
                </a:lnSpc>
                <a:spcBef>
                  <a:spcPts val="700"/>
                </a:spcBef>
                <a:spcAft>
                  <a:spcPct val="0"/>
                </a:spcAft>
                <a:buClr>
                  <a:srgbClr val="000000"/>
                </a:buClr>
                <a:buSzPct val="100000"/>
                <a:buFont typeface="Times New Roman" panose="02020603050405020304" pitchFamily="18" charset="0"/>
                <a:buNone/>
                <a:defRPr/>
              </a:pPr>
              <a:endParaRPr kumimoji="0" lang="en-US" sz="2000" b="0" i="0" u="none" strike="noStrike" kern="1200" cap="none" spc="0" normalizeH="0" baseline="0" noProof="0">
                <a:ln>
                  <a:noFill/>
                </a:ln>
                <a:solidFill>
                  <a:schemeClr val="bg1"/>
                </a:solidFill>
                <a:effectLst/>
                <a:uLnTx/>
                <a:uFillTx/>
                <a:latin typeface="Comic Sans MS" panose="030F0702030302020204" pitchFamily="66" charset="0"/>
                <a:ea typeface="+mn-ea"/>
                <a:cs typeface="+mn-cs"/>
              </a:endParaRPr>
            </a:p>
          </p:txBody>
        </p:sp>
        <p:sp>
          <p:nvSpPr>
            <p:cNvPr id="12" name="Folded Corner 11"/>
            <p:cNvSpPr/>
            <p:nvPr/>
          </p:nvSpPr>
          <p:spPr bwMode="auto">
            <a:xfrm>
              <a:off x="5333870" y="5791153"/>
              <a:ext cx="457983" cy="380663"/>
            </a:xfrm>
            <a:prstGeom prst="foldedCorner">
              <a:avLst/>
            </a:prstGeom>
            <a:solidFill>
              <a:schemeClr val="accent5"/>
            </a:solidFill>
            <a:ln w="9525" cap="flat" cmpd="sng" algn="ctr">
              <a:solidFill>
                <a:schemeClr val="tx1"/>
              </a:solidFill>
              <a:prstDash val="solid"/>
              <a:round/>
              <a:headEnd type="none" w="med" len="med"/>
              <a:tailEnd type="none" w="med" len="med"/>
            </a:ln>
            <a:effectLst/>
          </p:spPr>
          <p:txBody>
            <a:bodyPr/>
            <a:lstStyle/>
            <a:p>
              <a:pPr marL="0" marR="0" lvl="0" indent="0" algn="l" defTabSz="449580" rtl="0" eaLnBrk="0" fontAlgn="base" latinLnBrk="0" hangingPunct="0">
                <a:lnSpc>
                  <a:spcPct val="90000"/>
                </a:lnSpc>
                <a:spcBef>
                  <a:spcPts val="700"/>
                </a:spcBef>
                <a:spcAft>
                  <a:spcPct val="0"/>
                </a:spcAft>
                <a:buClr>
                  <a:srgbClr val="000000"/>
                </a:buClr>
                <a:buSzPct val="100000"/>
                <a:buFont typeface="Times New Roman" panose="02020603050405020304" pitchFamily="18" charset="0"/>
                <a:buNone/>
                <a:defRPr/>
              </a:pPr>
              <a:endParaRPr kumimoji="0" lang="en-US" sz="2000" b="0" i="0" u="none" strike="noStrike" kern="1200" cap="none" spc="0" normalizeH="0" baseline="0" noProof="0">
                <a:ln>
                  <a:noFill/>
                </a:ln>
                <a:solidFill>
                  <a:schemeClr val="bg1"/>
                </a:solidFill>
                <a:effectLst/>
                <a:uLnTx/>
                <a:uFillTx/>
                <a:latin typeface="Comic Sans MS" panose="030F0702030302020204" pitchFamily="66" charset="0"/>
                <a:ea typeface="+mn-ea"/>
                <a:cs typeface="+mn-cs"/>
              </a:endParaRPr>
            </a:p>
          </p:txBody>
        </p:sp>
        <p:sp>
          <p:nvSpPr>
            <p:cNvPr id="13" name="Folded Corner 12"/>
            <p:cNvSpPr/>
            <p:nvPr/>
          </p:nvSpPr>
          <p:spPr bwMode="auto">
            <a:xfrm>
              <a:off x="5410200" y="5714230"/>
              <a:ext cx="457983" cy="382636"/>
            </a:xfrm>
            <a:prstGeom prst="foldedCorner">
              <a:avLst/>
            </a:prstGeom>
            <a:solidFill>
              <a:schemeClr val="accent5"/>
            </a:solidFill>
            <a:ln w="9525" cap="flat" cmpd="sng" algn="ctr">
              <a:solidFill>
                <a:schemeClr val="tx1"/>
              </a:solidFill>
              <a:prstDash val="solid"/>
              <a:round/>
              <a:headEnd type="none" w="med" len="med"/>
              <a:tailEnd type="none" w="med" len="med"/>
            </a:ln>
            <a:effectLst/>
          </p:spPr>
          <p:txBody>
            <a:bodyPr/>
            <a:lstStyle/>
            <a:p>
              <a:pPr marL="0" marR="0" lvl="0" indent="0" algn="l" defTabSz="449580" rtl="0" eaLnBrk="0" fontAlgn="base" latinLnBrk="0" hangingPunct="0">
                <a:lnSpc>
                  <a:spcPct val="90000"/>
                </a:lnSpc>
                <a:spcBef>
                  <a:spcPts val="700"/>
                </a:spcBef>
                <a:spcAft>
                  <a:spcPct val="0"/>
                </a:spcAft>
                <a:buClr>
                  <a:srgbClr val="000000"/>
                </a:buClr>
                <a:buSzPct val="100000"/>
                <a:buFont typeface="Times New Roman" panose="02020603050405020304" pitchFamily="18" charset="0"/>
                <a:buNone/>
                <a:defRPr/>
              </a:pPr>
              <a:endParaRPr kumimoji="0" lang="en-US" sz="2000" b="0" i="0" u="none" strike="noStrike" kern="1200" cap="none" spc="0" normalizeH="0" baseline="0" noProof="0">
                <a:ln>
                  <a:noFill/>
                </a:ln>
                <a:solidFill>
                  <a:schemeClr val="bg1"/>
                </a:solidFill>
                <a:effectLst/>
                <a:uLnTx/>
                <a:uFillTx/>
                <a:latin typeface="Comic Sans MS" panose="030F0702030302020204" pitchFamily="66" charset="0"/>
                <a:ea typeface="+mn-ea"/>
                <a:cs typeface="+mn-cs"/>
              </a:endParaRPr>
            </a:p>
          </p:txBody>
        </p:sp>
        <p:sp>
          <p:nvSpPr>
            <p:cNvPr id="14" name="Folded Corner 13"/>
            <p:cNvSpPr/>
            <p:nvPr/>
          </p:nvSpPr>
          <p:spPr bwMode="auto">
            <a:xfrm>
              <a:off x="5486531" y="5562360"/>
              <a:ext cx="456286" cy="380663"/>
            </a:xfrm>
            <a:prstGeom prst="foldedCorner">
              <a:avLst/>
            </a:prstGeom>
            <a:solidFill>
              <a:schemeClr val="accent5"/>
            </a:solidFill>
            <a:ln w="9525" cap="flat" cmpd="sng" algn="ctr">
              <a:solidFill>
                <a:schemeClr val="tx1"/>
              </a:solidFill>
              <a:prstDash val="solid"/>
              <a:round/>
              <a:headEnd type="none" w="med" len="med"/>
              <a:tailEnd type="none" w="med" len="med"/>
            </a:ln>
            <a:effectLst/>
          </p:spPr>
          <p:txBody>
            <a:bodyPr/>
            <a:lstStyle/>
            <a:p>
              <a:pPr marL="0" marR="0" lvl="0" indent="0" algn="l" defTabSz="449580" rtl="0" eaLnBrk="0" fontAlgn="base" latinLnBrk="0" hangingPunct="0">
                <a:lnSpc>
                  <a:spcPct val="90000"/>
                </a:lnSpc>
                <a:spcBef>
                  <a:spcPts val="700"/>
                </a:spcBef>
                <a:spcAft>
                  <a:spcPct val="0"/>
                </a:spcAft>
                <a:buClr>
                  <a:srgbClr val="000000"/>
                </a:buClr>
                <a:buSzPct val="100000"/>
                <a:buFont typeface="Times New Roman" panose="02020603050405020304" pitchFamily="18" charset="0"/>
                <a:buNone/>
                <a:defRPr/>
              </a:pPr>
              <a:endParaRPr kumimoji="0" lang="en-US" sz="2000" b="0" i="0" u="none" strike="noStrike" kern="1200" cap="none" spc="0" normalizeH="0" baseline="0" noProof="0">
                <a:ln>
                  <a:noFill/>
                </a:ln>
                <a:solidFill>
                  <a:schemeClr val="bg1"/>
                </a:solidFill>
                <a:effectLst/>
                <a:uLnTx/>
                <a:uFillTx/>
                <a:latin typeface="Comic Sans MS" panose="030F0702030302020204" pitchFamily="66" charset="0"/>
                <a:ea typeface="+mn-ea"/>
                <a:cs typeface="+mn-cs"/>
              </a:endParaRPr>
            </a:p>
          </p:txBody>
        </p:sp>
        <p:sp>
          <p:nvSpPr>
            <p:cNvPr id="15" name="Folded Corner 14"/>
            <p:cNvSpPr/>
            <p:nvPr/>
          </p:nvSpPr>
          <p:spPr bwMode="auto">
            <a:xfrm>
              <a:off x="5562861" y="5485438"/>
              <a:ext cx="456287" cy="382636"/>
            </a:xfrm>
            <a:prstGeom prst="foldedCorner">
              <a:avLst/>
            </a:prstGeom>
            <a:solidFill>
              <a:schemeClr val="accent5"/>
            </a:solidFill>
            <a:ln w="9525" cap="flat" cmpd="sng" algn="ctr">
              <a:solidFill>
                <a:schemeClr val="tx1"/>
              </a:solidFill>
              <a:prstDash val="solid"/>
              <a:round/>
              <a:headEnd type="none" w="med" len="med"/>
              <a:tailEnd type="none" w="med" len="med"/>
            </a:ln>
            <a:effectLst/>
          </p:spPr>
          <p:txBody>
            <a:bodyPr/>
            <a:lstStyle/>
            <a:p>
              <a:pPr marL="0" marR="0" lvl="0" indent="0" algn="l" defTabSz="449580" rtl="0" eaLnBrk="0" fontAlgn="base" latinLnBrk="0" hangingPunct="0">
                <a:lnSpc>
                  <a:spcPct val="90000"/>
                </a:lnSpc>
                <a:spcBef>
                  <a:spcPts val="700"/>
                </a:spcBef>
                <a:spcAft>
                  <a:spcPct val="0"/>
                </a:spcAft>
                <a:buClr>
                  <a:srgbClr val="000000"/>
                </a:buClr>
                <a:buSzPct val="100000"/>
                <a:buFont typeface="Times New Roman" panose="02020603050405020304" pitchFamily="18" charset="0"/>
                <a:buNone/>
                <a:defRPr/>
              </a:pPr>
              <a:r>
                <a:rPr kumimoji="0" lang="en-US" sz="1800" b="0" i="0" u="none" strike="noStrike" kern="1200" cap="none" spc="0" normalizeH="0" baseline="0" noProof="0" dirty="0">
                  <a:ln>
                    <a:noFill/>
                  </a:ln>
                  <a:solidFill>
                    <a:schemeClr val="tx1"/>
                  </a:solidFill>
                  <a:effectLst/>
                  <a:uLnTx/>
                  <a:uFillTx/>
                  <a:latin typeface="Comic Sans MS" panose="030F0702030302020204" pitchFamily="66" charset="0"/>
                  <a:ea typeface="+mn-ea"/>
                  <a:cs typeface="+mn-cs"/>
                </a:rPr>
                <a:t>F</a:t>
              </a:r>
            </a:p>
          </p:txBody>
        </p:sp>
        <p:cxnSp>
          <p:nvCxnSpPr>
            <p:cNvPr id="46104" name="Shape 15"/>
            <p:cNvCxnSpPr>
              <a:stCxn id="10" idx="0"/>
            </p:cNvCxnSpPr>
            <p:nvPr/>
          </p:nvCxnSpPr>
          <p:spPr>
            <a:xfrm rot="5400000" flipH="1" flipV="1">
              <a:off x="2533652" y="3219450"/>
              <a:ext cx="838198" cy="2324102"/>
            </a:xfrm>
            <a:prstGeom prst="bentConnector2">
              <a:avLst/>
            </a:prstGeom>
            <a:ln w="9525" cap="flat" cmpd="sng">
              <a:solidFill>
                <a:schemeClr val="tx1"/>
              </a:solidFill>
              <a:prstDash val="solid"/>
              <a:round/>
              <a:headEnd type="none" w="med" len="med"/>
              <a:tailEnd type="arrow" w="med" len="med"/>
            </a:ln>
          </p:spPr>
        </p:cxnSp>
        <p:cxnSp>
          <p:nvCxnSpPr>
            <p:cNvPr id="46105" name="Shape 19"/>
            <p:cNvCxnSpPr>
              <a:endCxn id="10" idx="3"/>
            </p:cNvCxnSpPr>
            <p:nvPr/>
          </p:nvCxnSpPr>
          <p:spPr>
            <a:xfrm rot="-10800000" flipV="1">
              <a:off x="2057400" y="4419600"/>
              <a:ext cx="2057400" cy="571500"/>
            </a:xfrm>
            <a:prstGeom prst="bentConnector3">
              <a:avLst>
                <a:gd name="adj1" fmla="val 50000"/>
              </a:avLst>
            </a:prstGeom>
            <a:ln w="9525" cap="flat" cmpd="sng">
              <a:solidFill>
                <a:schemeClr val="tx1"/>
              </a:solidFill>
              <a:prstDash val="solid"/>
              <a:round/>
              <a:headEnd type="none" w="med" len="med"/>
              <a:tailEnd type="arrow" w="med" len="med"/>
            </a:ln>
          </p:spPr>
        </p:cxnSp>
        <p:cxnSp>
          <p:nvCxnSpPr>
            <p:cNvPr id="46106" name="Shape 24"/>
            <p:cNvCxnSpPr>
              <a:stCxn id="46097" idx="2"/>
              <a:endCxn id="46112" idx="2"/>
            </p:cNvCxnSpPr>
            <p:nvPr/>
          </p:nvCxnSpPr>
          <p:spPr>
            <a:xfrm>
              <a:off x="2019300" y="5334000"/>
              <a:ext cx="2019300" cy="733425"/>
            </a:xfrm>
            <a:prstGeom prst="bentConnector3">
              <a:avLst>
                <a:gd name="adj1" fmla="val 64116"/>
              </a:avLst>
            </a:prstGeom>
            <a:ln w="9525" cap="flat" cmpd="sng">
              <a:solidFill>
                <a:schemeClr val="tx1"/>
              </a:solidFill>
              <a:prstDash val="solid"/>
              <a:round/>
              <a:headEnd type="none" w="med" len="med"/>
              <a:tailEnd type="arrow" w="med" len="med"/>
            </a:ln>
          </p:spPr>
        </p:cxnSp>
        <p:cxnSp>
          <p:nvCxnSpPr>
            <p:cNvPr id="46107" name="Shape 19"/>
            <p:cNvCxnSpPr/>
            <p:nvPr/>
          </p:nvCxnSpPr>
          <p:spPr>
            <a:xfrm rot="10800000">
              <a:off x="1981200" y="5486400"/>
              <a:ext cx="2057400" cy="914400"/>
            </a:xfrm>
            <a:prstGeom prst="bentConnector3">
              <a:avLst>
                <a:gd name="adj1" fmla="val 59236"/>
              </a:avLst>
            </a:prstGeom>
            <a:ln w="9525" cap="flat" cmpd="sng">
              <a:solidFill>
                <a:schemeClr val="tx1"/>
              </a:solidFill>
              <a:prstDash val="solid"/>
              <a:round/>
              <a:headEnd type="none" w="med" len="med"/>
              <a:tailEnd type="arrow" w="med" len="med"/>
            </a:ln>
          </p:spPr>
        </p:cxnSp>
        <p:cxnSp>
          <p:nvCxnSpPr>
            <p:cNvPr id="46108" name="Straight Arrow Connector 19"/>
            <p:cNvCxnSpPr>
              <a:stCxn id="46096" idx="6"/>
              <a:endCxn id="10" idx="1"/>
            </p:cNvCxnSpPr>
            <p:nvPr/>
          </p:nvCxnSpPr>
          <p:spPr>
            <a:xfrm>
              <a:off x="1066800" y="4991100"/>
              <a:ext cx="457200" cy="1588"/>
            </a:xfrm>
            <a:prstGeom prst="straightConnector1">
              <a:avLst/>
            </a:prstGeom>
            <a:ln w="9525" cap="flat" cmpd="sng">
              <a:solidFill>
                <a:schemeClr val="tx1"/>
              </a:solidFill>
              <a:prstDash val="solid"/>
              <a:headEnd type="arrow" w="med" len="med"/>
              <a:tailEnd type="arrow" w="med" len="med"/>
            </a:ln>
          </p:spPr>
        </p:cxnSp>
        <p:sp>
          <p:nvSpPr>
            <p:cNvPr id="46109" name="TextBox 20"/>
            <p:cNvSpPr txBox="1"/>
            <p:nvPr/>
          </p:nvSpPr>
          <p:spPr>
            <a:xfrm>
              <a:off x="1905000" y="3657599"/>
              <a:ext cx="1905000" cy="355622"/>
            </a:xfrm>
            <a:prstGeom prst="rect">
              <a:avLst/>
            </a:prstGeom>
            <a:noFill/>
            <a:ln w="9525">
              <a:noFill/>
            </a:ln>
          </p:spPr>
          <p:txBody>
            <a:bodyPr>
              <a:spAutoFit/>
            </a:bodyPr>
            <a:lstStyle/>
            <a:p>
              <a:r>
                <a:rPr lang="en-US" altLang="x-none" sz="1400" b="1" dirty="0">
                  <a:solidFill>
                    <a:srgbClr val="FF0000"/>
                  </a:solidFill>
                  <a:latin typeface="Comic Sans MS" panose="030F0702030302020204" pitchFamily="66" charset="0"/>
                </a:rPr>
                <a:t>I</a:t>
              </a:r>
              <a:r>
                <a:rPr lang="sv-SE" altLang="x-none" sz="1400" b="1" dirty="0">
                  <a:solidFill>
                    <a:srgbClr val="FF0000"/>
                  </a:solidFill>
                  <a:latin typeface="Comic Sans MS" panose="030F0702030302020204" pitchFamily="66" charset="0"/>
                </a:rPr>
                <a:t>D</a:t>
              </a:r>
              <a:r>
                <a:rPr lang="en-US" altLang="x-none" sz="1200" b="1" dirty="0">
                  <a:solidFill>
                    <a:srgbClr val="FF0000"/>
                  </a:solidFill>
                  <a:latin typeface="Comic Sans MS" panose="030F0702030302020204" pitchFamily="66" charset="0"/>
                </a:rPr>
                <a:t>c </a:t>
              </a:r>
              <a:r>
                <a:rPr lang="sv-SE" altLang="x-none" sz="1400" b="1" dirty="0">
                  <a:solidFill>
                    <a:srgbClr val="FF0000"/>
                  </a:solidFill>
                  <a:latin typeface="Comic Sans MS" panose="030F0702030302020204" pitchFamily="66" charset="0"/>
                </a:rPr>
                <a:t>||</a:t>
              </a:r>
              <a:r>
                <a:rPr lang="sv-SE" altLang="x-none" sz="1200" b="1" dirty="0">
                  <a:solidFill>
                    <a:srgbClr val="FF0000"/>
                  </a:solidFill>
                  <a:latin typeface="Comic Sans MS" panose="030F0702030302020204" pitchFamily="66" charset="0"/>
                </a:rPr>
                <a:t> </a:t>
              </a:r>
              <a:r>
                <a:rPr lang="en-US" altLang="x-none" sz="1400" b="1" dirty="0">
                  <a:solidFill>
                    <a:srgbClr val="FF0000"/>
                  </a:solidFill>
                  <a:latin typeface="Comic Sans MS" panose="030F0702030302020204" pitchFamily="66" charset="0"/>
                </a:rPr>
                <a:t>P</a:t>
              </a:r>
              <a:r>
                <a:rPr lang="en-US" altLang="x-none" sz="1400" b="1" baseline="-25000" dirty="0">
                  <a:solidFill>
                    <a:srgbClr val="FF0000"/>
                  </a:solidFill>
                  <a:latin typeface="Comic Sans MS" panose="030F0702030302020204" pitchFamily="66" charset="0"/>
                </a:rPr>
                <a:t>c </a:t>
              </a:r>
              <a:r>
                <a:rPr lang="sv-SE" altLang="x-none" sz="1400" b="1" dirty="0">
                  <a:solidFill>
                    <a:srgbClr val="FF0000"/>
                  </a:solidFill>
                  <a:latin typeface="Comic Sans MS" panose="030F0702030302020204" pitchFamily="66" charset="0"/>
                </a:rPr>
                <a:t>|| </a:t>
              </a:r>
              <a:r>
                <a:rPr lang="en-US" altLang="x-none" sz="1400" b="1" dirty="0">
                  <a:solidFill>
                    <a:srgbClr val="FF0000"/>
                  </a:solidFill>
                  <a:latin typeface="Comic Sans MS" panose="030F0702030302020204" pitchFamily="66" charset="0"/>
                </a:rPr>
                <a:t>I</a:t>
              </a:r>
              <a:r>
                <a:rPr lang="sv-SE" altLang="x-none" sz="1400" b="1" dirty="0">
                  <a:solidFill>
                    <a:srgbClr val="FF0000"/>
                  </a:solidFill>
                  <a:latin typeface="Comic Sans MS" panose="030F0702030302020204" pitchFamily="66" charset="0"/>
                </a:rPr>
                <a:t>D</a:t>
              </a:r>
              <a:r>
                <a:rPr lang="en-US" altLang="x-none" sz="1200" b="1" dirty="0">
                  <a:solidFill>
                    <a:srgbClr val="FF0000"/>
                  </a:solidFill>
                  <a:latin typeface="Comic Sans MS" panose="030F0702030302020204" pitchFamily="66" charset="0"/>
                </a:rPr>
                <a:t>v1</a:t>
              </a:r>
              <a:endParaRPr lang="en-US" altLang="x-none" sz="1400" b="1" dirty="0">
                <a:solidFill>
                  <a:srgbClr val="FF0000"/>
                </a:solidFill>
                <a:latin typeface="Comic Sans MS" panose="030F0702030302020204" pitchFamily="66" charset="0"/>
              </a:endParaRPr>
            </a:p>
          </p:txBody>
        </p:sp>
        <p:sp>
          <p:nvSpPr>
            <p:cNvPr id="46110" name="Cube 21"/>
            <p:cNvSpPr/>
            <p:nvPr/>
          </p:nvSpPr>
          <p:spPr>
            <a:xfrm>
              <a:off x="4114800" y="3505200"/>
              <a:ext cx="990600" cy="1219200"/>
            </a:xfrm>
            <a:prstGeom prst="cube">
              <a:avLst>
                <a:gd name="adj" fmla="val 25000"/>
              </a:avLst>
            </a:prstGeom>
            <a:solidFill>
              <a:srgbClr val="00B8FF"/>
            </a:solidFill>
            <a:ln w="9525" cap="flat" cmpd="sng">
              <a:solidFill>
                <a:schemeClr val="tx1"/>
              </a:solidFill>
              <a:prstDash val="solid"/>
              <a:round/>
              <a:headEnd type="none" w="med" len="med"/>
              <a:tailEnd type="none" w="med" len="med"/>
            </a:ln>
          </p:spPr>
          <p:txBody>
            <a:bodyPr/>
            <a:lstStyle/>
            <a:p>
              <a:r>
                <a:rPr lang="en-US" altLang="x-none" sz="2000" dirty="0">
                  <a:solidFill>
                    <a:schemeClr val="tx1"/>
                  </a:solidFill>
                  <a:latin typeface="Comic Sans MS" panose="030F0702030302020204" pitchFamily="66" charset="0"/>
                </a:rPr>
                <a:t>AS</a:t>
              </a:r>
            </a:p>
          </p:txBody>
        </p:sp>
        <p:grpSp>
          <p:nvGrpSpPr>
            <p:cNvPr id="46111" name="Group 39"/>
            <p:cNvGrpSpPr/>
            <p:nvPr/>
          </p:nvGrpSpPr>
          <p:grpSpPr>
            <a:xfrm>
              <a:off x="4191000" y="4267200"/>
              <a:ext cx="762000" cy="609600"/>
              <a:chOff x="4191000" y="4267200"/>
              <a:chExt cx="762000" cy="609600"/>
            </a:xfrm>
          </p:grpSpPr>
          <p:pic>
            <p:nvPicPr>
              <p:cNvPr id="46122" name="Picture 7" descr="enter image description here"/>
              <p:cNvPicPr>
                <a:picLocks noChangeAspect="1"/>
              </p:cNvPicPr>
              <p:nvPr/>
            </p:nvPicPr>
            <p:blipFill>
              <a:blip r:embed="rId3"/>
              <a:stretch>
                <a:fillRect/>
              </a:stretch>
            </p:blipFill>
            <p:spPr>
              <a:xfrm>
                <a:off x="4419600" y="4343400"/>
                <a:ext cx="533400" cy="533400"/>
              </a:xfrm>
              <a:prstGeom prst="rect">
                <a:avLst/>
              </a:prstGeom>
              <a:noFill/>
              <a:ln w="9525">
                <a:noFill/>
              </a:ln>
            </p:spPr>
          </p:pic>
          <p:sp>
            <p:nvSpPr>
              <p:cNvPr id="46123" name="TextBox 34"/>
              <p:cNvSpPr txBox="1"/>
              <p:nvPr/>
            </p:nvSpPr>
            <p:spPr>
              <a:xfrm>
                <a:off x="4191000" y="4267200"/>
                <a:ext cx="609600" cy="458867"/>
              </a:xfrm>
              <a:prstGeom prst="rect">
                <a:avLst/>
              </a:prstGeom>
              <a:noFill/>
              <a:ln w="9525">
                <a:noFill/>
              </a:ln>
            </p:spPr>
            <p:txBody>
              <a:bodyPr>
                <a:spAutoFit/>
              </a:bodyPr>
              <a:lstStyle/>
              <a:p>
                <a:r>
                  <a:rPr lang="sv-SE" altLang="x-none" sz="2400" baseline="-25000" dirty="0">
                    <a:solidFill>
                      <a:srgbClr val="000000"/>
                    </a:solidFill>
                    <a:latin typeface="Comic Sans MS" panose="030F0702030302020204" pitchFamily="66" charset="0"/>
                  </a:rPr>
                  <a:t>K</a:t>
                </a:r>
                <a:r>
                  <a:rPr lang="sv-SE" altLang="x-none" sz="2000" baseline="-25000" dirty="0">
                    <a:solidFill>
                      <a:srgbClr val="000000"/>
                    </a:solidFill>
                    <a:latin typeface="Comic Sans MS" panose="030F0702030302020204" pitchFamily="66" charset="0"/>
                  </a:rPr>
                  <a:t>v1</a:t>
                </a:r>
                <a:endParaRPr lang="en-US" altLang="x-none" sz="2400" dirty="0">
                  <a:latin typeface="Comic Sans MS" panose="030F0702030302020204" pitchFamily="66" charset="0"/>
                </a:endParaRPr>
              </a:p>
            </p:txBody>
          </p:sp>
        </p:grpSp>
        <p:sp>
          <p:nvSpPr>
            <p:cNvPr id="46112" name="Cube 23"/>
            <p:cNvSpPr/>
            <p:nvPr/>
          </p:nvSpPr>
          <p:spPr>
            <a:xfrm>
              <a:off x="4038600" y="5334000"/>
              <a:ext cx="990600" cy="1219200"/>
            </a:xfrm>
            <a:prstGeom prst="cube">
              <a:avLst>
                <a:gd name="adj" fmla="val 25000"/>
              </a:avLst>
            </a:prstGeom>
            <a:solidFill>
              <a:srgbClr val="92D050"/>
            </a:solidFill>
            <a:ln w="9525" cap="flat" cmpd="sng">
              <a:solidFill>
                <a:schemeClr val="tx1"/>
              </a:solidFill>
              <a:prstDash val="solid"/>
              <a:round/>
              <a:headEnd type="none" w="med" len="med"/>
              <a:tailEnd type="none" w="med" len="med"/>
            </a:ln>
          </p:spPr>
          <p:txBody>
            <a:bodyPr/>
            <a:lstStyle/>
            <a:p>
              <a:r>
                <a:rPr lang="en-US" altLang="x-none" sz="2000" dirty="0">
                  <a:solidFill>
                    <a:schemeClr val="tx1"/>
                  </a:solidFill>
                  <a:latin typeface="Comic Sans MS" panose="030F0702030302020204" pitchFamily="66" charset="0"/>
                </a:rPr>
                <a:t>V1</a:t>
              </a:r>
            </a:p>
          </p:txBody>
        </p:sp>
        <p:grpSp>
          <p:nvGrpSpPr>
            <p:cNvPr id="46113" name="Group 40"/>
            <p:cNvGrpSpPr/>
            <p:nvPr/>
          </p:nvGrpSpPr>
          <p:grpSpPr>
            <a:xfrm>
              <a:off x="4114800" y="6019800"/>
              <a:ext cx="762000" cy="609600"/>
              <a:chOff x="4191000" y="4267200"/>
              <a:chExt cx="762000" cy="609600"/>
            </a:xfrm>
          </p:grpSpPr>
          <p:pic>
            <p:nvPicPr>
              <p:cNvPr id="46120" name="Picture 7" descr="enter image description here"/>
              <p:cNvPicPr>
                <a:picLocks noChangeAspect="1"/>
              </p:cNvPicPr>
              <p:nvPr/>
            </p:nvPicPr>
            <p:blipFill>
              <a:blip r:embed="rId3"/>
              <a:stretch>
                <a:fillRect/>
              </a:stretch>
            </p:blipFill>
            <p:spPr>
              <a:xfrm>
                <a:off x="4419600" y="4343400"/>
                <a:ext cx="533400" cy="533400"/>
              </a:xfrm>
              <a:prstGeom prst="rect">
                <a:avLst/>
              </a:prstGeom>
              <a:noFill/>
              <a:ln w="9525">
                <a:noFill/>
              </a:ln>
            </p:spPr>
          </p:pic>
          <p:sp>
            <p:nvSpPr>
              <p:cNvPr id="46121" name="TextBox 32"/>
              <p:cNvSpPr txBox="1"/>
              <p:nvPr/>
            </p:nvSpPr>
            <p:spPr>
              <a:xfrm>
                <a:off x="4191000" y="4267200"/>
                <a:ext cx="609600" cy="458867"/>
              </a:xfrm>
              <a:prstGeom prst="rect">
                <a:avLst/>
              </a:prstGeom>
              <a:noFill/>
              <a:ln w="9525">
                <a:noFill/>
              </a:ln>
            </p:spPr>
            <p:txBody>
              <a:bodyPr>
                <a:spAutoFit/>
              </a:bodyPr>
              <a:lstStyle/>
              <a:p>
                <a:r>
                  <a:rPr lang="sv-SE" altLang="x-none" sz="2400" baseline="-25000" dirty="0">
                    <a:solidFill>
                      <a:srgbClr val="000000"/>
                    </a:solidFill>
                    <a:latin typeface="Comic Sans MS" panose="030F0702030302020204" pitchFamily="66" charset="0"/>
                  </a:rPr>
                  <a:t>K</a:t>
                </a:r>
                <a:r>
                  <a:rPr lang="sv-SE" altLang="x-none" sz="2000" baseline="-25000" dirty="0">
                    <a:solidFill>
                      <a:srgbClr val="000000"/>
                    </a:solidFill>
                    <a:latin typeface="Comic Sans MS" panose="030F0702030302020204" pitchFamily="66" charset="0"/>
                  </a:rPr>
                  <a:t>v1</a:t>
                </a:r>
                <a:endParaRPr lang="en-US" altLang="x-none" sz="2400" dirty="0">
                  <a:latin typeface="Comic Sans MS" panose="030F0702030302020204" pitchFamily="66" charset="0"/>
                </a:endParaRPr>
              </a:p>
            </p:txBody>
          </p:sp>
        </p:grpSp>
        <p:cxnSp>
          <p:nvCxnSpPr>
            <p:cNvPr id="46114" name="Straight Arrow Connector 25"/>
            <p:cNvCxnSpPr>
              <a:stCxn id="46110" idx="5"/>
              <a:endCxn id="46095" idx="2"/>
            </p:cNvCxnSpPr>
            <p:nvPr/>
          </p:nvCxnSpPr>
          <p:spPr>
            <a:xfrm>
              <a:off x="5105400" y="3990975"/>
              <a:ext cx="381000" cy="9525"/>
            </a:xfrm>
            <a:prstGeom prst="straightConnector1">
              <a:avLst/>
            </a:prstGeom>
            <a:ln w="9525" cap="flat" cmpd="sng">
              <a:solidFill>
                <a:schemeClr val="tx1"/>
              </a:solidFill>
              <a:prstDash val="solid"/>
              <a:headEnd type="arrow" w="med" len="med"/>
              <a:tailEnd type="arrow" w="med" len="med"/>
            </a:ln>
          </p:spPr>
        </p:cxnSp>
        <p:sp>
          <p:nvSpPr>
            <p:cNvPr id="46115" name="TextBox 26"/>
            <p:cNvSpPr txBox="1"/>
            <p:nvPr/>
          </p:nvSpPr>
          <p:spPr>
            <a:xfrm>
              <a:off x="2819400" y="4114800"/>
              <a:ext cx="1295400" cy="355622"/>
            </a:xfrm>
            <a:prstGeom prst="rect">
              <a:avLst/>
            </a:prstGeom>
            <a:noFill/>
            <a:ln w="9525">
              <a:noFill/>
            </a:ln>
          </p:spPr>
          <p:txBody>
            <a:bodyPr>
              <a:spAutoFit/>
            </a:bodyPr>
            <a:lstStyle/>
            <a:p>
              <a:r>
                <a:rPr lang="sv-SE" altLang="x-none" sz="1400" b="1" dirty="0">
                  <a:solidFill>
                    <a:srgbClr val="FF0000"/>
                  </a:solidFill>
                  <a:latin typeface="Comic Sans MS" panose="030F0702030302020204" pitchFamily="66" charset="0"/>
                </a:rPr>
                <a:t>Ticket1</a:t>
              </a:r>
              <a:endParaRPr lang="en-US" altLang="x-none" sz="1400" b="1" dirty="0">
                <a:solidFill>
                  <a:srgbClr val="FF0000"/>
                </a:solidFill>
                <a:latin typeface="Comic Sans MS" panose="030F0702030302020204" pitchFamily="66" charset="0"/>
              </a:endParaRPr>
            </a:p>
          </p:txBody>
        </p:sp>
        <p:sp>
          <p:nvSpPr>
            <p:cNvPr id="46116" name="TextBox 27"/>
            <p:cNvSpPr txBox="1"/>
            <p:nvPr/>
          </p:nvSpPr>
          <p:spPr>
            <a:xfrm>
              <a:off x="2362200" y="5029200"/>
              <a:ext cx="1752600" cy="390037"/>
            </a:xfrm>
            <a:prstGeom prst="rect">
              <a:avLst/>
            </a:prstGeom>
            <a:noFill/>
            <a:ln w="9525">
              <a:noFill/>
            </a:ln>
          </p:spPr>
          <p:txBody>
            <a:bodyPr>
              <a:spAutoFit/>
            </a:bodyPr>
            <a:lstStyle/>
            <a:p>
              <a:r>
                <a:rPr lang="sv-SE" altLang="x-none" sz="1600" dirty="0">
                  <a:solidFill>
                    <a:srgbClr val="000000"/>
                  </a:solidFill>
                  <a:latin typeface="Comic Sans MS" panose="030F0702030302020204" pitchFamily="66" charset="0"/>
                </a:rPr>
                <a:t> </a:t>
              </a:r>
              <a:r>
                <a:rPr lang="en-US" altLang="x-none" sz="1200" dirty="0">
                  <a:solidFill>
                    <a:srgbClr val="000000"/>
                  </a:solidFill>
                  <a:latin typeface="Comic Sans MS" panose="030F0702030302020204" pitchFamily="66" charset="0"/>
                </a:rPr>
                <a:t>I</a:t>
              </a:r>
              <a:r>
                <a:rPr lang="sv-SE" altLang="x-none" sz="1200" dirty="0">
                  <a:solidFill>
                    <a:srgbClr val="000000"/>
                  </a:solidFill>
                  <a:latin typeface="Comic Sans MS" panose="030F0702030302020204" pitchFamily="66" charset="0"/>
                </a:rPr>
                <a:t>D</a:t>
              </a:r>
              <a:r>
                <a:rPr lang="en-US" altLang="x-none" sz="1100" dirty="0">
                  <a:solidFill>
                    <a:srgbClr val="000000"/>
                  </a:solidFill>
                  <a:latin typeface="Comic Sans MS" panose="030F0702030302020204" pitchFamily="66" charset="0"/>
                </a:rPr>
                <a:t>c </a:t>
              </a:r>
              <a:r>
                <a:rPr lang="sv-SE" altLang="x-none" sz="1200" dirty="0">
                  <a:solidFill>
                    <a:srgbClr val="000000"/>
                  </a:solidFill>
                  <a:latin typeface="Comic Sans MS" panose="030F0702030302020204" pitchFamily="66" charset="0"/>
                </a:rPr>
                <a:t>||</a:t>
              </a:r>
              <a:r>
                <a:rPr lang="sv-SE" altLang="x-none" sz="1100" dirty="0">
                  <a:solidFill>
                    <a:srgbClr val="000000"/>
                  </a:solidFill>
                  <a:latin typeface="Comic Sans MS" panose="030F0702030302020204" pitchFamily="66" charset="0"/>
                </a:rPr>
                <a:t> </a:t>
              </a:r>
              <a:r>
                <a:rPr lang="sv-SE" altLang="x-none" sz="1200" dirty="0">
                  <a:solidFill>
                    <a:srgbClr val="FF0000"/>
                  </a:solidFill>
                  <a:latin typeface="Comic Sans MS" panose="030F0702030302020204" pitchFamily="66" charset="0"/>
                </a:rPr>
                <a:t>Ticket1</a:t>
              </a:r>
              <a:endParaRPr lang="en-US" altLang="x-none" sz="1200" dirty="0">
                <a:solidFill>
                  <a:srgbClr val="FF0000"/>
                </a:solidFill>
                <a:latin typeface="Comic Sans MS" panose="030F0702030302020204" pitchFamily="66" charset="0"/>
              </a:endParaRPr>
            </a:p>
          </p:txBody>
        </p:sp>
        <p:sp>
          <p:nvSpPr>
            <p:cNvPr id="29" name="Folded Corner 28"/>
            <p:cNvSpPr/>
            <p:nvPr/>
          </p:nvSpPr>
          <p:spPr bwMode="auto">
            <a:xfrm>
              <a:off x="1914265" y="5943023"/>
              <a:ext cx="904092" cy="380664"/>
            </a:xfrm>
            <a:prstGeom prst="foldedCorner">
              <a:avLst/>
            </a:prstGeom>
            <a:solidFill>
              <a:schemeClr val="accent5"/>
            </a:solidFill>
            <a:ln w="9525" cap="flat" cmpd="sng" algn="ctr">
              <a:solidFill>
                <a:schemeClr val="tx1"/>
              </a:solidFill>
              <a:prstDash val="solid"/>
              <a:round/>
              <a:headEnd type="none" w="med" len="med"/>
              <a:tailEnd type="none" w="med" len="med"/>
            </a:ln>
            <a:effectLst/>
          </p:spPr>
          <p:txBody>
            <a:bodyPr/>
            <a:lstStyle/>
            <a:p>
              <a:pPr marL="0" marR="0" lvl="0" indent="0" algn="l" defTabSz="449580" rtl="0" eaLnBrk="0" fontAlgn="base" latinLnBrk="0" hangingPunct="0">
                <a:lnSpc>
                  <a:spcPct val="90000"/>
                </a:lnSpc>
                <a:spcBef>
                  <a:spcPts val="700"/>
                </a:spcBef>
                <a:spcAft>
                  <a:spcPct val="0"/>
                </a:spcAft>
                <a:buClr>
                  <a:srgbClr val="000000"/>
                </a:buClr>
                <a:buSzPct val="100000"/>
                <a:buFont typeface="Times New Roman" panose="02020603050405020304" pitchFamily="18" charset="0"/>
                <a:buNone/>
                <a:defRPr/>
              </a:pPr>
              <a:r>
                <a:rPr kumimoji="0" lang="en-US" sz="1050" b="1" i="0" u="none" strike="noStrike" kern="1200" cap="none" spc="0" normalizeH="0" baseline="0" noProof="0" dirty="0">
                  <a:ln>
                    <a:noFill/>
                  </a:ln>
                  <a:solidFill>
                    <a:schemeClr val="tx1"/>
                  </a:solidFill>
                  <a:effectLst/>
                  <a:uLnTx/>
                  <a:uFillTx/>
                  <a:latin typeface="Comic Sans MS" panose="030F0702030302020204" pitchFamily="66" charset="0"/>
                  <a:ea typeface="+mn-ea"/>
                  <a:cs typeface="+mn-cs"/>
                </a:rPr>
                <a:t>Requested file</a:t>
              </a:r>
            </a:p>
          </p:txBody>
        </p:sp>
        <p:cxnSp>
          <p:nvCxnSpPr>
            <p:cNvPr id="46118" name="Straight Arrow Connector 29"/>
            <p:cNvCxnSpPr/>
            <p:nvPr/>
          </p:nvCxnSpPr>
          <p:spPr>
            <a:xfrm>
              <a:off x="5029200" y="5943600"/>
              <a:ext cx="228600" cy="1588"/>
            </a:xfrm>
            <a:prstGeom prst="straightConnector1">
              <a:avLst/>
            </a:prstGeom>
            <a:ln w="9525" cap="flat" cmpd="sng">
              <a:solidFill>
                <a:schemeClr val="tx1"/>
              </a:solidFill>
              <a:prstDash val="solid"/>
              <a:headEnd type="arrow" w="med" len="med"/>
              <a:tailEnd type="arrow" w="med" len="med"/>
            </a:ln>
          </p:spPr>
        </p:cxnSp>
        <p:sp>
          <p:nvSpPr>
            <p:cNvPr id="46119" name="TextBox 30"/>
            <p:cNvSpPr txBox="1"/>
            <p:nvPr/>
          </p:nvSpPr>
          <p:spPr>
            <a:xfrm>
              <a:off x="533400" y="4267200"/>
              <a:ext cx="533400" cy="458867"/>
            </a:xfrm>
            <a:prstGeom prst="rect">
              <a:avLst/>
            </a:prstGeom>
            <a:noFill/>
            <a:ln w="9525">
              <a:noFill/>
            </a:ln>
          </p:spPr>
          <p:txBody>
            <a:bodyPr>
              <a:spAutoFit/>
            </a:bodyPr>
            <a:lstStyle/>
            <a:p>
              <a:r>
                <a:rPr lang="en-US" altLang="x-none" sz="2000" dirty="0">
                  <a:solidFill>
                    <a:srgbClr val="FF0000"/>
                  </a:solidFill>
                  <a:latin typeface="Comic Sans MS" panose="030F0702030302020204" pitchFamily="66" charset="0"/>
                </a:rPr>
                <a:t>C</a:t>
              </a:r>
            </a:p>
          </p:txBody>
        </p:sp>
      </p:grpSp>
      <p:sp>
        <p:nvSpPr>
          <p:cNvPr id="46087" name="Cube 35"/>
          <p:cNvSpPr/>
          <p:nvPr/>
        </p:nvSpPr>
        <p:spPr>
          <a:xfrm>
            <a:off x="6781800" y="2743200"/>
            <a:ext cx="927100" cy="981075"/>
          </a:xfrm>
          <a:prstGeom prst="cube">
            <a:avLst>
              <a:gd name="adj" fmla="val 25000"/>
            </a:avLst>
          </a:prstGeom>
          <a:solidFill>
            <a:srgbClr val="92D050"/>
          </a:solidFill>
          <a:ln w="9525" cap="flat" cmpd="sng">
            <a:solidFill>
              <a:schemeClr val="tx1"/>
            </a:solidFill>
            <a:prstDash val="solid"/>
            <a:round/>
            <a:headEnd type="none" w="med" len="med"/>
            <a:tailEnd type="none" w="med" len="med"/>
          </a:ln>
        </p:spPr>
        <p:txBody>
          <a:bodyPr/>
          <a:lstStyle/>
          <a:p>
            <a:r>
              <a:rPr lang="en-US" altLang="x-none" sz="2000" dirty="0">
                <a:solidFill>
                  <a:schemeClr val="tx1"/>
                </a:solidFill>
                <a:latin typeface="Comic Sans MS" panose="030F0702030302020204" pitchFamily="66" charset="0"/>
              </a:rPr>
              <a:t>V2</a:t>
            </a:r>
          </a:p>
        </p:txBody>
      </p:sp>
      <p:sp>
        <p:nvSpPr>
          <p:cNvPr id="46088" name="TextBox 36"/>
          <p:cNvSpPr txBox="1"/>
          <p:nvPr/>
        </p:nvSpPr>
        <p:spPr>
          <a:xfrm>
            <a:off x="6858000" y="3352800"/>
            <a:ext cx="569913" cy="369888"/>
          </a:xfrm>
          <a:prstGeom prst="rect">
            <a:avLst/>
          </a:prstGeom>
          <a:noFill/>
          <a:ln w="9525">
            <a:noFill/>
          </a:ln>
        </p:spPr>
        <p:txBody>
          <a:bodyPr>
            <a:spAutoFit/>
          </a:bodyPr>
          <a:lstStyle/>
          <a:p>
            <a:r>
              <a:rPr lang="sv-SE" altLang="x-none" sz="2400" baseline="-25000" dirty="0">
                <a:solidFill>
                  <a:srgbClr val="000000"/>
                </a:solidFill>
                <a:latin typeface="Comic Sans MS" panose="030F0702030302020204" pitchFamily="66" charset="0"/>
              </a:rPr>
              <a:t>K</a:t>
            </a:r>
            <a:r>
              <a:rPr lang="sv-SE" altLang="x-none" sz="2000" baseline="-25000" dirty="0">
                <a:solidFill>
                  <a:srgbClr val="000000"/>
                </a:solidFill>
                <a:latin typeface="Comic Sans MS" panose="030F0702030302020204" pitchFamily="66" charset="0"/>
              </a:rPr>
              <a:t>v2</a:t>
            </a:r>
            <a:endParaRPr lang="en-US" altLang="x-none" sz="2400" dirty="0">
              <a:latin typeface="Comic Sans MS" panose="030F0702030302020204" pitchFamily="66" charset="0"/>
            </a:endParaRPr>
          </a:p>
        </p:txBody>
      </p:sp>
      <p:pic>
        <p:nvPicPr>
          <p:cNvPr id="46089" name="Picture 7" descr="enter image description here"/>
          <p:cNvPicPr>
            <a:picLocks noChangeAspect="1"/>
          </p:cNvPicPr>
          <p:nvPr/>
        </p:nvPicPr>
        <p:blipFill>
          <a:blip r:embed="rId3"/>
          <a:stretch>
            <a:fillRect/>
          </a:stretch>
        </p:blipFill>
        <p:spPr>
          <a:xfrm>
            <a:off x="7086600" y="3381375"/>
            <a:ext cx="498475" cy="428625"/>
          </a:xfrm>
          <a:prstGeom prst="rect">
            <a:avLst/>
          </a:prstGeom>
          <a:noFill/>
          <a:ln w="9525">
            <a:noFill/>
          </a:ln>
        </p:spPr>
      </p:pic>
      <p:cxnSp>
        <p:nvCxnSpPr>
          <p:cNvPr id="46090" name="Shape 24"/>
          <p:cNvCxnSpPr>
            <a:stCxn id="46097" idx="4"/>
          </p:cNvCxnSpPr>
          <p:nvPr/>
        </p:nvCxnSpPr>
        <p:spPr>
          <a:xfrm rot="-5400000" flipH="1">
            <a:off x="4967288" y="1420813"/>
            <a:ext cx="1566862" cy="2065337"/>
          </a:xfrm>
          <a:prstGeom prst="bentConnector2">
            <a:avLst/>
          </a:prstGeom>
          <a:ln w="9525" cap="flat" cmpd="sng">
            <a:solidFill>
              <a:schemeClr val="tx1"/>
            </a:solidFill>
            <a:prstDash val="solid"/>
            <a:round/>
            <a:headEnd type="none" w="med" len="med"/>
            <a:tailEnd type="arrow" w="med" len="med"/>
          </a:ln>
        </p:spPr>
      </p:cxnSp>
      <p:cxnSp>
        <p:nvCxnSpPr>
          <p:cNvPr id="46091" name="Shape 19"/>
          <p:cNvCxnSpPr>
            <a:endCxn id="46097" idx="5"/>
          </p:cNvCxnSpPr>
          <p:nvPr/>
        </p:nvCxnSpPr>
        <p:spPr>
          <a:xfrm rot="10800000">
            <a:off x="4462463" y="1547813"/>
            <a:ext cx="2319337" cy="1957387"/>
          </a:xfrm>
          <a:prstGeom prst="bentConnector3">
            <a:avLst>
              <a:gd name="adj1" fmla="val 111181"/>
            </a:avLst>
          </a:prstGeom>
          <a:ln w="9525" cap="flat" cmpd="sng">
            <a:solidFill>
              <a:schemeClr val="tx1"/>
            </a:solidFill>
            <a:prstDash val="solid"/>
            <a:round/>
            <a:headEnd type="none" w="med" len="med"/>
            <a:tailEnd type="arrow" w="med" len="med"/>
          </a:ln>
        </p:spPr>
      </p:cxnSp>
      <p:sp>
        <p:nvSpPr>
          <p:cNvPr id="41" name="Folded Corner 40"/>
          <p:cNvSpPr/>
          <p:nvPr/>
        </p:nvSpPr>
        <p:spPr bwMode="auto">
          <a:xfrm>
            <a:off x="3200400" y="2514600"/>
            <a:ext cx="998538" cy="306388"/>
          </a:xfrm>
          <a:prstGeom prst="foldedCorner">
            <a:avLst/>
          </a:prstGeom>
          <a:solidFill>
            <a:schemeClr val="accent5"/>
          </a:solidFill>
          <a:ln w="9525" cap="flat" cmpd="sng" algn="ctr">
            <a:solidFill>
              <a:schemeClr val="tx1"/>
            </a:solidFill>
            <a:prstDash val="solid"/>
            <a:round/>
            <a:headEnd type="none" w="med" len="med"/>
            <a:tailEnd type="none" w="med" len="med"/>
          </a:ln>
          <a:effectLst/>
        </p:spPr>
        <p:txBody>
          <a:bodyPr/>
          <a:lstStyle/>
          <a:p>
            <a:pPr marL="0" marR="0" lvl="0" indent="0" algn="l" defTabSz="449580" rtl="0" eaLnBrk="0" fontAlgn="base" latinLnBrk="0" hangingPunct="0">
              <a:lnSpc>
                <a:spcPct val="90000"/>
              </a:lnSpc>
              <a:spcBef>
                <a:spcPts val="700"/>
              </a:spcBef>
              <a:spcAft>
                <a:spcPct val="0"/>
              </a:spcAft>
              <a:buClr>
                <a:srgbClr val="000000"/>
              </a:buClr>
              <a:buSzPct val="100000"/>
              <a:buFont typeface="Times New Roman" panose="02020603050405020304" pitchFamily="18" charset="0"/>
              <a:buNone/>
              <a:defRPr/>
            </a:pPr>
            <a:r>
              <a:rPr kumimoji="0" lang="en-US" sz="1050" b="1" i="0" u="none" strike="noStrike" kern="1200" cap="none" spc="0" normalizeH="0" baseline="0" noProof="0" dirty="0">
                <a:ln>
                  <a:noFill/>
                </a:ln>
                <a:solidFill>
                  <a:schemeClr val="tx1"/>
                </a:solidFill>
                <a:effectLst/>
                <a:uLnTx/>
                <a:uFillTx/>
                <a:latin typeface="Comic Sans MS" panose="030F0702030302020204" pitchFamily="66" charset="0"/>
                <a:ea typeface="+mn-ea"/>
                <a:cs typeface="+mn-cs"/>
              </a:rPr>
              <a:t>Requested mail</a:t>
            </a:r>
          </a:p>
        </p:txBody>
      </p:sp>
      <p:sp>
        <p:nvSpPr>
          <p:cNvPr id="46093" name="TextBox 52"/>
          <p:cNvSpPr txBox="1"/>
          <p:nvPr/>
        </p:nvSpPr>
        <p:spPr>
          <a:xfrm>
            <a:off x="4876800" y="2971800"/>
            <a:ext cx="1639888" cy="314325"/>
          </a:xfrm>
          <a:prstGeom prst="rect">
            <a:avLst/>
          </a:prstGeom>
          <a:noFill/>
          <a:ln w="9525">
            <a:noFill/>
          </a:ln>
        </p:spPr>
        <p:txBody>
          <a:bodyPr>
            <a:spAutoFit/>
          </a:bodyPr>
          <a:lstStyle/>
          <a:p>
            <a:r>
              <a:rPr lang="sv-SE" altLang="x-none" sz="1600" dirty="0">
                <a:solidFill>
                  <a:srgbClr val="000000"/>
                </a:solidFill>
                <a:latin typeface="Comic Sans MS" panose="030F0702030302020204" pitchFamily="66" charset="0"/>
              </a:rPr>
              <a:t> </a:t>
            </a:r>
            <a:r>
              <a:rPr lang="en-US" altLang="x-none" sz="1200" dirty="0">
                <a:solidFill>
                  <a:srgbClr val="000000"/>
                </a:solidFill>
                <a:latin typeface="Comic Sans MS" panose="030F0702030302020204" pitchFamily="66" charset="0"/>
              </a:rPr>
              <a:t>I</a:t>
            </a:r>
            <a:r>
              <a:rPr lang="sv-SE" altLang="x-none" sz="1200" dirty="0">
                <a:solidFill>
                  <a:srgbClr val="000000"/>
                </a:solidFill>
                <a:latin typeface="Comic Sans MS" panose="030F0702030302020204" pitchFamily="66" charset="0"/>
              </a:rPr>
              <a:t>D</a:t>
            </a:r>
            <a:r>
              <a:rPr lang="en-US" altLang="x-none" sz="1100" dirty="0">
                <a:solidFill>
                  <a:srgbClr val="000000"/>
                </a:solidFill>
                <a:latin typeface="Comic Sans MS" panose="030F0702030302020204" pitchFamily="66" charset="0"/>
              </a:rPr>
              <a:t>c </a:t>
            </a:r>
            <a:r>
              <a:rPr lang="sv-SE" altLang="x-none" sz="1200" dirty="0">
                <a:solidFill>
                  <a:srgbClr val="000000"/>
                </a:solidFill>
                <a:latin typeface="Comic Sans MS" panose="030F0702030302020204" pitchFamily="66" charset="0"/>
              </a:rPr>
              <a:t>||</a:t>
            </a:r>
            <a:r>
              <a:rPr lang="sv-SE" altLang="x-none" sz="1100" dirty="0">
                <a:solidFill>
                  <a:srgbClr val="000000"/>
                </a:solidFill>
                <a:latin typeface="Comic Sans MS" panose="030F0702030302020204" pitchFamily="66" charset="0"/>
              </a:rPr>
              <a:t> </a:t>
            </a:r>
            <a:r>
              <a:rPr lang="sv-SE" altLang="x-none" sz="1200" dirty="0">
                <a:solidFill>
                  <a:srgbClr val="FF0000"/>
                </a:solidFill>
                <a:latin typeface="Comic Sans MS" panose="030F0702030302020204" pitchFamily="66" charset="0"/>
              </a:rPr>
              <a:t>Ticket2</a:t>
            </a:r>
            <a:endParaRPr lang="en-US" altLang="x-none" sz="1200" dirty="0">
              <a:solidFill>
                <a:srgbClr val="FF0000"/>
              </a:solidFill>
              <a:latin typeface="Comic Sans MS" panose="030F0702030302020204" pitchFamily="66" charset="0"/>
            </a:endParaRPr>
          </a:p>
        </p:txBody>
      </p:sp>
      <p:sp>
        <p:nvSpPr>
          <p:cNvPr id="46094" name="TextBox 53"/>
          <p:cNvSpPr txBox="1"/>
          <p:nvPr/>
        </p:nvSpPr>
        <p:spPr>
          <a:xfrm>
            <a:off x="7924800" y="2895600"/>
            <a:ext cx="1219200" cy="534988"/>
          </a:xfrm>
          <a:prstGeom prst="rect">
            <a:avLst/>
          </a:prstGeom>
          <a:noFill/>
          <a:ln w="9525">
            <a:noFill/>
          </a:ln>
        </p:spPr>
        <p:txBody>
          <a:bodyPr>
            <a:spAutoFit/>
          </a:bodyPr>
          <a:lstStyle/>
          <a:p>
            <a:r>
              <a:rPr lang="en-US" altLang="x-none" sz="1600" dirty="0">
                <a:solidFill>
                  <a:schemeClr val="tx1"/>
                </a:solidFill>
                <a:latin typeface="Comic Sans MS" panose="030F0702030302020204" pitchFamily="66" charset="0"/>
              </a:rPr>
              <a:t>Mail Server</a:t>
            </a:r>
          </a:p>
        </p:txBody>
      </p:sp>
    </p:spTree>
    <p:extLst>
      <p:ext uri="{BB962C8B-B14F-4D97-AF65-F5344CB8AC3E}">
        <p14:creationId xmlns:p14="http://schemas.microsoft.com/office/powerpoint/2010/main" val="1136478821"/>
      </p:ext>
    </p:extLst>
  </p:cSld>
  <p:clrMapOvr>
    <a:masterClrMapping/>
  </p:clrMapOvr>
  <p:transition spd="med"/>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p:cNvSpPr>
          <p:nvPr>
            <p:ph type="title"/>
          </p:nvPr>
        </p:nvSpPr>
        <p:spPr>
          <a:xfrm>
            <a:off x="0" y="0"/>
            <a:ext cx="9144000" cy="685800"/>
          </a:xfrm>
          <a:ln/>
        </p:spPr>
        <p:txBody>
          <a:bodyPr vert="horz" wrap="square" lIns="90000" tIns="46800" rIns="90000" bIns="46800" anchor="ctr" anchorCtr="0"/>
          <a:lstStyle/>
          <a:p>
            <a:pPr eaLnBrk="1" hangingPunct="1"/>
            <a:r>
              <a:rPr lang="en-AU" altLang="x-none" sz="3200" dirty="0"/>
              <a:t>Overcoming Problems in Kerberos v4:</a:t>
            </a:r>
          </a:p>
        </p:txBody>
      </p:sp>
      <p:sp>
        <p:nvSpPr>
          <p:cNvPr id="51203" name="Rectangle 3"/>
          <p:cNvSpPr>
            <a:spLocks noGrp="1" noChangeArrowheads="1"/>
          </p:cNvSpPr>
          <p:nvPr>
            <p:ph idx="1"/>
          </p:nvPr>
        </p:nvSpPr>
        <p:spPr>
          <a:xfrm>
            <a:off x="457200" y="1066800"/>
            <a:ext cx="8229600" cy="5486400"/>
          </a:xfrm>
        </p:spPr>
        <p:txBody>
          <a:bodyPr vert="horz" wrap="square" lIns="90000" tIns="46800" rIns="90000" bIns="46800" numCol="1" anchor="t" anchorCtr="0" compatLnSpc="1"/>
          <a:lstStyle/>
          <a:p>
            <a:pPr marL="514350" marR="0" lvl="0" indent="-514350" algn="l" defTabSz="449580" rtl="0" eaLnBrk="1" fontAlgn="base" latinLnBrk="0" hangingPunct="1">
              <a:lnSpc>
                <a:spcPct val="100000"/>
              </a:lnSpc>
              <a:spcBef>
                <a:spcPts val="800"/>
              </a:spcBef>
              <a:spcAft>
                <a:spcPct val="0"/>
              </a:spcAft>
              <a:buClr>
                <a:srgbClr val="000000"/>
              </a:buClr>
              <a:buSzPct val="100000"/>
              <a:buFont typeface="+mj-lt"/>
              <a:buAutoNum type="arabicPeriod"/>
              <a:defRPr/>
            </a:pPr>
            <a:r>
              <a:rPr kumimoji="0" lang="en-AU" sz="2400" b="0" i="0" u="none" strike="noStrike" kern="0" cap="none" spc="0" normalizeH="0" baseline="0" noProof="0" dirty="0" smtClean="0">
                <a:ln>
                  <a:noFill/>
                </a:ln>
                <a:solidFill>
                  <a:srgbClr val="000000"/>
                </a:solidFill>
                <a:effectLst/>
                <a:uLnTx/>
                <a:uFillTx/>
                <a:latin typeface="+mn-lt"/>
                <a:ea typeface="+mn-ea"/>
                <a:cs typeface="+mn-cs"/>
              </a:rPr>
              <a:t>Password not to be sent to AS</a:t>
            </a:r>
          </a:p>
          <a:p>
            <a:pPr marL="514350" marR="0" lvl="0" indent="-514350" algn="l" defTabSz="449580" rtl="0" eaLnBrk="1" fontAlgn="base" latinLnBrk="0" hangingPunct="1">
              <a:lnSpc>
                <a:spcPct val="100000"/>
              </a:lnSpc>
              <a:spcBef>
                <a:spcPts val="800"/>
              </a:spcBef>
              <a:spcAft>
                <a:spcPct val="0"/>
              </a:spcAft>
              <a:buClr>
                <a:srgbClr val="000000"/>
              </a:buClr>
              <a:buSzPct val="100000"/>
              <a:buFont typeface="+mj-lt"/>
              <a:buAutoNum type="arabicPeriod"/>
              <a:defRPr/>
            </a:pPr>
            <a:r>
              <a:rPr kumimoji="0" lang="en-AU" sz="2400" b="0" i="0" u="none" strike="noStrike" kern="0" cap="none" spc="0" normalizeH="0" baseline="0" noProof="0" dirty="0" smtClean="0">
                <a:ln>
                  <a:noFill/>
                </a:ln>
                <a:solidFill>
                  <a:srgbClr val="000000"/>
                </a:solidFill>
                <a:effectLst/>
                <a:uLnTx/>
                <a:uFillTx/>
                <a:latin typeface="+mn-lt"/>
                <a:ea typeface="+mn-ea"/>
                <a:cs typeface="+mn-cs"/>
              </a:rPr>
              <a:t>Introduce new sever: </a:t>
            </a:r>
            <a:r>
              <a:rPr kumimoji="0" lang="en-US" sz="2400" b="0" i="0" u="none" strike="noStrike" kern="0" cap="none" spc="0" normalizeH="0" baseline="0" noProof="0" dirty="0" smtClean="0">
                <a:ln>
                  <a:noFill/>
                </a:ln>
                <a:solidFill>
                  <a:srgbClr val="0070C0"/>
                </a:solidFill>
                <a:effectLst/>
                <a:uLnTx/>
                <a:uFillTx/>
                <a:latin typeface="+mn-lt"/>
                <a:ea typeface="+mn-ea"/>
                <a:cs typeface="+mn-cs"/>
              </a:rPr>
              <a:t>Ticket Granting server (TGS)</a:t>
            </a:r>
            <a:endParaRPr kumimoji="0" lang="en-AU" sz="2400" b="0" i="0" u="none" strike="noStrike" kern="0" cap="none" spc="0" normalizeH="0" baseline="0" noProof="0" dirty="0" smtClean="0">
              <a:ln>
                <a:noFill/>
              </a:ln>
              <a:solidFill>
                <a:srgbClr val="000000"/>
              </a:solidFill>
              <a:effectLst/>
              <a:uLnTx/>
              <a:uFillTx/>
              <a:latin typeface="+mn-lt"/>
              <a:ea typeface="+mn-ea"/>
              <a:cs typeface="+mn-cs"/>
            </a:endParaRPr>
          </a:p>
          <a:p>
            <a:pPr marL="342900" marR="0" lvl="0" indent="-342900" algn="l" defTabSz="449580" rtl="0" eaLnBrk="1" fontAlgn="base" latinLnBrk="0" hangingPunct="1">
              <a:lnSpc>
                <a:spcPct val="100000"/>
              </a:lnSpc>
              <a:spcBef>
                <a:spcPts val="800"/>
              </a:spcBef>
              <a:spcAft>
                <a:spcPct val="0"/>
              </a:spcAft>
              <a:buClr>
                <a:srgbClr val="000000"/>
              </a:buClr>
              <a:buSzPct val="100000"/>
              <a:buFont typeface="Times New Roman" panose="02020603050405020304" pitchFamily="18" charset="0"/>
              <a:buNone/>
              <a:defRPr/>
            </a:pPr>
            <a:endParaRPr kumimoji="0" lang="en-AU" sz="2800" b="0" i="0" u="none" strike="noStrike" kern="0" cap="none" spc="0" normalizeH="0" baseline="0" noProof="0" dirty="0" smtClean="0">
              <a:ln>
                <a:noFill/>
              </a:ln>
              <a:solidFill>
                <a:srgbClr val="FF0000"/>
              </a:solidFill>
              <a:effectLst/>
              <a:uLnTx/>
              <a:uFillTx/>
              <a:latin typeface="+mn-lt"/>
              <a:ea typeface="+mn-ea"/>
              <a:cs typeface="+mn-cs"/>
            </a:endParaRPr>
          </a:p>
          <a:p>
            <a:pPr marL="342900" marR="0" lvl="0" indent="-342900" algn="l" defTabSz="449580" rtl="0" eaLnBrk="1" fontAlgn="base" latinLnBrk="0" hangingPunct="1">
              <a:lnSpc>
                <a:spcPct val="100000"/>
              </a:lnSpc>
              <a:spcBef>
                <a:spcPts val="800"/>
              </a:spcBef>
              <a:spcAft>
                <a:spcPct val="0"/>
              </a:spcAft>
              <a:buClr>
                <a:srgbClr val="000000"/>
              </a:buClr>
              <a:buSzPct val="100000"/>
              <a:buFont typeface="Times New Roman" panose="02020603050405020304" pitchFamily="18" charset="0"/>
              <a:buNone/>
              <a:defRPr/>
            </a:pPr>
            <a:r>
              <a:rPr kumimoji="0" lang="en-AU" sz="2800" b="0" i="0" u="none" strike="noStrike" kern="0" cap="none" spc="0" normalizeH="0" baseline="0" noProof="0" dirty="0" smtClean="0">
                <a:ln>
                  <a:noFill/>
                </a:ln>
                <a:solidFill>
                  <a:srgbClr val="FF0000"/>
                </a:solidFill>
                <a:effectLst/>
                <a:uLnTx/>
                <a:uFillTx/>
                <a:latin typeface="+mn-lt"/>
                <a:ea typeface="+mn-ea"/>
                <a:cs typeface="+mn-cs"/>
              </a:rPr>
              <a:t>Overview</a:t>
            </a:r>
          </a:p>
          <a:p>
            <a:pPr marL="342900" marR="0" lvl="0" indent="-342900" algn="l" defTabSz="449580" rtl="0" eaLnBrk="1" fontAlgn="base" latinLnBrk="0" hangingPunct="1">
              <a:lnSpc>
                <a:spcPct val="100000"/>
              </a:lnSpc>
              <a:spcBef>
                <a:spcPts val="800"/>
              </a:spcBef>
              <a:spcAft>
                <a:spcPct val="0"/>
              </a:spcAft>
              <a:buClr>
                <a:srgbClr val="000000"/>
              </a:buClr>
              <a:buSzPct val="100000"/>
              <a:buFont typeface="Wingdings" panose="05000000000000000000" pitchFamily="2" charset="2"/>
              <a:buChar char="Ø"/>
              <a:defRPr/>
            </a:pPr>
            <a:r>
              <a:rPr kumimoji="0" lang="en-AU" sz="2400" b="0" i="0" u="none" strike="noStrike" kern="0" cap="none" spc="0" normalizeH="0" baseline="0" noProof="0" dirty="0" smtClean="0">
                <a:ln>
                  <a:noFill/>
                </a:ln>
                <a:solidFill>
                  <a:srgbClr val="000000"/>
                </a:solidFill>
                <a:effectLst/>
                <a:uLnTx/>
                <a:uFillTx/>
                <a:latin typeface="+mn-lt"/>
                <a:ea typeface="+mn-ea"/>
                <a:cs typeface="+mn-cs"/>
              </a:rPr>
              <a:t>a </a:t>
            </a:r>
            <a:r>
              <a:rPr kumimoji="0" lang="en-AU" sz="2400" b="0" i="0" u="none" strike="noStrike" kern="0" cap="none" spc="0" normalizeH="0" baseline="0" noProof="0" dirty="0">
                <a:ln>
                  <a:noFill/>
                </a:ln>
                <a:solidFill>
                  <a:srgbClr val="000000"/>
                </a:solidFill>
                <a:effectLst/>
                <a:uLnTx/>
                <a:uFillTx/>
                <a:latin typeface="+mn-lt"/>
                <a:ea typeface="+mn-ea"/>
                <a:cs typeface="+mn-cs"/>
              </a:rPr>
              <a:t>basic third-party authentication scheme</a:t>
            </a:r>
          </a:p>
          <a:p>
            <a:pPr marL="342900" marR="0" lvl="0" indent="-342900" algn="l" defTabSz="449580" rtl="0" eaLnBrk="1" fontAlgn="base" latinLnBrk="0" hangingPunct="1">
              <a:lnSpc>
                <a:spcPct val="100000"/>
              </a:lnSpc>
              <a:spcBef>
                <a:spcPts val="800"/>
              </a:spcBef>
              <a:spcAft>
                <a:spcPct val="0"/>
              </a:spcAft>
              <a:buClr>
                <a:srgbClr val="000000"/>
              </a:buClr>
              <a:buSzPct val="100000"/>
              <a:buFont typeface="Wingdings" panose="05000000000000000000" pitchFamily="2" charset="2"/>
              <a:buChar char="Ø"/>
              <a:defRPr/>
            </a:pPr>
            <a:r>
              <a:rPr kumimoji="0" lang="en-AU" sz="2400" b="0" i="0" u="none" strike="noStrike" kern="0" cap="none" spc="0" normalizeH="0" baseline="0" noProof="0" dirty="0">
                <a:ln>
                  <a:noFill/>
                </a:ln>
                <a:solidFill>
                  <a:srgbClr val="0070C0"/>
                </a:solidFill>
                <a:effectLst/>
                <a:uLnTx/>
                <a:uFillTx/>
                <a:latin typeface="+mn-lt"/>
                <a:ea typeface="+mn-ea"/>
                <a:cs typeface="+mn-cs"/>
              </a:rPr>
              <a:t>have an Authentication Server (AS) </a:t>
            </a:r>
          </a:p>
          <a:p>
            <a:pPr marL="742950" marR="0" lvl="1" indent="-285750" algn="l" defTabSz="449580" rtl="0" eaLnBrk="1" fontAlgn="base" latinLnBrk="0" hangingPunct="1">
              <a:lnSpc>
                <a:spcPct val="100000"/>
              </a:lnSpc>
              <a:spcBef>
                <a:spcPts val="700"/>
              </a:spcBef>
              <a:spcAft>
                <a:spcPct val="0"/>
              </a:spcAft>
              <a:buClr>
                <a:srgbClr val="000000"/>
              </a:buClr>
              <a:buSzPct val="100000"/>
              <a:buFont typeface="Wingdings" panose="05000000000000000000" pitchFamily="2" charset="2"/>
              <a:buChar char="l"/>
              <a:defRPr/>
            </a:pPr>
            <a:r>
              <a:rPr kumimoji="0" lang="en-AU" sz="2000" b="0" i="0" u="none" strike="noStrike" kern="0" cap="none" spc="0" normalizeH="0" baseline="0" noProof="0" dirty="0">
                <a:ln>
                  <a:noFill/>
                </a:ln>
                <a:solidFill>
                  <a:srgbClr val="000000"/>
                </a:solidFill>
                <a:effectLst/>
                <a:uLnTx/>
                <a:uFillTx/>
                <a:latin typeface="+mn-lt"/>
                <a:ea typeface="+mn-ea"/>
                <a:cs typeface="+mn-cs"/>
              </a:rPr>
              <a:t>users initially negotiate with AS to identify self </a:t>
            </a:r>
          </a:p>
          <a:p>
            <a:pPr marL="742950" marR="0" lvl="1" indent="-285750" algn="l" defTabSz="449580" rtl="0" eaLnBrk="1" fontAlgn="base" latinLnBrk="0" hangingPunct="1">
              <a:lnSpc>
                <a:spcPct val="100000"/>
              </a:lnSpc>
              <a:spcBef>
                <a:spcPts val="700"/>
              </a:spcBef>
              <a:spcAft>
                <a:spcPct val="0"/>
              </a:spcAft>
              <a:buClr>
                <a:srgbClr val="000000"/>
              </a:buClr>
              <a:buSzPct val="100000"/>
              <a:buFont typeface="Wingdings" panose="05000000000000000000" pitchFamily="2" charset="2"/>
              <a:buChar char="l"/>
              <a:defRPr/>
            </a:pPr>
            <a:r>
              <a:rPr kumimoji="0" lang="en-AU" sz="2000" b="0" i="0" u="none" strike="noStrike" kern="0" cap="none" spc="0" normalizeH="0" baseline="0" noProof="0" dirty="0">
                <a:ln>
                  <a:noFill/>
                </a:ln>
                <a:solidFill>
                  <a:srgbClr val="000000"/>
                </a:solidFill>
                <a:effectLst/>
                <a:uLnTx/>
                <a:uFillTx/>
                <a:latin typeface="+mn-lt"/>
                <a:ea typeface="+mn-ea"/>
                <a:cs typeface="+mn-cs"/>
              </a:rPr>
              <a:t>AS provides a non-corruptible authentication credential (ticket granting ticket TGT) </a:t>
            </a:r>
          </a:p>
          <a:p>
            <a:pPr marL="342900" marR="0" lvl="0" indent="-342900" algn="l" defTabSz="449580" rtl="0" eaLnBrk="1" fontAlgn="base" latinLnBrk="0" hangingPunct="1">
              <a:lnSpc>
                <a:spcPct val="100000"/>
              </a:lnSpc>
              <a:spcBef>
                <a:spcPts val="800"/>
              </a:spcBef>
              <a:spcAft>
                <a:spcPct val="0"/>
              </a:spcAft>
              <a:buClr>
                <a:srgbClr val="000000"/>
              </a:buClr>
              <a:buSzPct val="100000"/>
              <a:buFont typeface="Wingdings" panose="05000000000000000000" pitchFamily="2" charset="2"/>
              <a:buChar char="Ø"/>
              <a:defRPr/>
            </a:pPr>
            <a:r>
              <a:rPr kumimoji="0" lang="en-US" sz="2400" b="0" i="0" u="none" strike="noStrike" kern="0" cap="none" spc="0" normalizeH="0" baseline="0" noProof="0" dirty="0">
                <a:ln>
                  <a:noFill/>
                </a:ln>
                <a:solidFill>
                  <a:srgbClr val="0070C0"/>
                </a:solidFill>
                <a:effectLst/>
                <a:uLnTx/>
                <a:uFillTx/>
                <a:latin typeface="+mn-lt"/>
                <a:ea typeface="+mn-ea"/>
                <a:cs typeface="+mn-cs"/>
              </a:rPr>
              <a:t>have a Ticket Granting server (TGS)</a:t>
            </a:r>
            <a:endParaRPr kumimoji="0" lang="en-AU" sz="2400" b="0" i="0" u="none" strike="noStrike" kern="0" cap="none" spc="0" normalizeH="0" baseline="0" noProof="0" dirty="0">
              <a:ln>
                <a:noFill/>
              </a:ln>
              <a:solidFill>
                <a:srgbClr val="0070C0"/>
              </a:solidFill>
              <a:effectLst/>
              <a:uLnTx/>
              <a:uFillTx/>
              <a:latin typeface="+mn-lt"/>
              <a:ea typeface="+mn-ea"/>
              <a:cs typeface="+mn-cs"/>
            </a:endParaRPr>
          </a:p>
          <a:p>
            <a:pPr marL="742950" marR="0" lvl="1" indent="-285750" algn="l" defTabSz="449580" rtl="0" eaLnBrk="1" fontAlgn="base" latinLnBrk="0" hangingPunct="1">
              <a:lnSpc>
                <a:spcPct val="100000"/>
              </a:lnSpc>
              <a:spcBef>
                <a:spcPts val="700"/>
              </a:spcBef>
              <a:spcAft>
                <a:spcPct val="0"/>
              </a:spcAft>
              <a:buClr>
                <a:srgbClr val="000000"/>
              </a:buClr>
              <a:buSzPct val="100000"/>
              <a:buFont typeface="Wingdings" panose="05000000000000000000" pitchFamily="2" charset="2"/>
              <a:buChar char="l"/>
              <a:defRPr/>
            </a:pPr>
            <a:r>
              <a:rPr kumimoji="0" lang="en-AU" sz="2000" b="0" i="0" u="none" strike="noStrike" kern="0" cap="none" spc="0" normalizeH="0" baseline="0" noProof="0" dirty="0">
                <a:ln>
                  <a:noFill/>
                </a:ln>
                <a:solidFill>
                  <a:srgbClr val="000000"/>
                </a:solidFill>
                <a:effectLst/>
                <a:uLnTx/>
                <a:uFillTx/>
                <a:latin typeface="+mn-lt"/>
                <a:ea typeface="+mn-ea"/>
                <a:cs typeface="+mn-cs"/>
              </a:rPr>
              <a:t>users subsequently request access to other services from TGS on basis of users TGT</a:t>
            </a:r>
          </a:p>
          <a:p>
            <a:pPr marL="342900" marR="0" lvl="0" indent="-342900" algn="l" defTabSz="449580" rtl="0" eaLnBrk="1" fontAlgn="base" latinLnBrk="0" hangingPunct="1">
              <a:lnSpc>
                <a:spcPct val="100000"/>
              </a:lnSpc>
              <a:spcBef>
                <a:spcPts val="800"/>
              </a:spcBef>
              <a:spcAft>
                <a:spcPct val="0"/>
              </a:spcAft>
              <a:buClr>
                <a:srgbClr val="000000"/>
              </a:buClr>
              <a:buSzPct val="100000"/>
              <a:buFont typeface="Wingdings" panose="05000000000000000000" pitchFamily="2" charset="2"/>
              <a:buChar char="Ø"/>
              <a:defRPr/>
            </a:pPr>
            <a:r>
              <a:rPr kumimoji="0" lang="en-AU" sz="2400" b="0" i="0" u="none" strike="noStrike" kern="0" cap="none" spc="0" normalizeH="0" baseline="0" noProof="0" dirty="0">
                <a:ln>
                  <a:noFill/>
                </a:ln>
                <a:solidFill>
                  <a:srgbClr val="000000"/>
                </a:solidFill>
                <a:effectLst/>
                <a:uLnTx/>
                <a:uFillTx/>
                <a:latin typeface="+mn-lt"/>
                <a:ea typeface="+mn-ea"/>
                <a:cs typeface="+mn-cs"/>
              </a:rPr>
              <a:t>using a complex protocol using DES</a:t>
            </a:r>
          </a:p>
        </p:txBody>
      </p:sp>
    </p:spTree>
    <p:extLst>
      <p:ext uri="{BB962C8B-B14F-4D97-AF65-F5344CB8AC3E}">
        <p14:creationId xmlns:p14="http://schemas.microsoft.com/office/powerpoint/2010/main" val="52277630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miley Face 3"/>
          <p:cNvSpPr/>
          <p:nvPr/>
        </p:nvSpPr>
        <p:spPr>
          <a:xfrm>
            <a:off x="838200" y="1828800"/>
            <a:ext cx="609600" cy="533400"/>
          </a:xfrm>
          <a:prstGeom prst="smileyFace">
            <a:avLst>
              <a:gd name="adj" fmla="val 4653"/>
            </a:avLst>
          </a:prstGeom>
          <a:solidFill>
            <a:srgbClr val="FFFF00"/>
          </a:solidFill>
          <a:ln w="9525" cap="flat" cmpd="sng">
            <a:solidFill>
              <a:schemeClr val="tx1"/>
            </a:solidFill>
            <a:prstDash val="solid"/>
            <a:headEnd type="none" w="med" len="med"/>
            <a:tailEnd type="none" w="med" len="med"/>
          </a:ln>
        </p:spPr>
        <p:txBody>
          <a:bodyPr/>
          <a:lstStyle/>
          <a:p>
            <a:endParaRPr lang="en-US" altLang="x-none" dirty="0">
              <a:latin typeface="Comic Sans MS" panose="030F0702030302020204" pitchFamily="66" charset="0"/>
            </a:endParaRPr>
          </a:p>
        </p:txBody>
      </p:sp>
      <p:grpSp>
        <p:nvGrpSpPr>
          <p:cNvPr id="2" name="Group 113"/>
          <p:cNvGrpSpPr/>
          <p:nvPr/>
        </p:nvGrpSpPr>
        <p:grpSpPr>
          <a:xfrm>
            <a:off x="2133600" y="1828800"/>
            <a:ext cx="685800" cy="838200"/>
            <a:chOff x="2133600" y="1828800"/>
            <a:chExt cx="685800" cy="838200"/>
          </a:xfrm>
        </p:grpSpPr>
        <p:sp>
          <p:nvSpPr>
            <p:cNvPr id="48179" name="Parallelogram 5"/>
            <p:cNvSpPr/>
            <p:nvPr/>
          </p:nvSpPr>
          <p:spPr>
            <a:xfrm>
              <a:off x="2133600" y="2362200"/>
              <a:ext cx="685800" cy="304800"/>
            </a:xfrm>
            <a:prstGeom prst="parallelogram">
              <a:avLst>
                <a:gd name="adj" fmla="val 24999"/>
              </a:avLst>
            </a:prstGeom>
            <a:solidFill>
              <a:srgbClr val="00B8FF"/>
            </a:solidFill>
            <a:ln w="9525" cap="flat" cmpd="sng">
              <a:solidFill>
                <a:schemeClr val="tx1"/>
              </a:solidFill>
              <a:prstDash val="solid"/>
              <a:round/>
              <a:headEnd type="none" w="med" len="med"/>
              <a:tailEnd type="none" w="med" len="med"/>
            </a:ln>
          </p:spPr>
          <p:txBody>
            <a:bodyPr/>
            <a:lstStyle/>
            <a:p>
              <a:endParaRPr lang="en-US" altLang="x-none" dirty="0">
                <a:latin typeface="Comic Sans MS" panose="030F0702030302020204" pitchFamily="66" charset="0"/>
              </a:endParaRPr>
            </a:p>
          </p:txBody>
        </p:sp>
        <p:sp>
          <p:nvSpPr>
            <p:cNvPr id="7" name="Frame 6"/>
            <p:cNvSpPr/>
            <p:nvPr/>
          </p:nvSpPr>
          <p:spPr bwMode="auto">
            <a:xfrm>
              <a:off x="2209800" y="1828800"/>
              <a:ext cx="609600" cy="533400"/>
            </a:xfrm>
            <a:prstGeom prst="frame">
              <a:avLst/>
            </a:prstGeom>
            <a:solidFill>
              <a:srgbClr val="00B8FF"/>
            </a:solidFill>
            <a:ln w="9525" cap="flat" cmpd="sng" algn="ctr">
              <a:solidFill>
                <a:schemeClr val="tx1"/>
              </a:solidFill>
              <a:prstDash val="solid"/>
              <a:round/>
              <a:headEnd type="none" w="med" len="med"/>
              <a:tailEnd type="none" w="med" len="med"/>
            </a:ln>
            <a:effectLst/>
          </p:spPr>
          <p:txBody>
            <a:bodyPr/>
            <a:lstStyle/>
            <a:p>
              <a:pPr marL="0" marR="0" lvl="0" indent="0" algn="l" defTabSz="449580" rtl="0" eaLnBrk="0" fontAlgn="base" latinLnBrk="0" hangingPunct="0">
                <a:lnSpc>
                  <a:spcPct val="90000"/>
                </a:lnSpc>
                <a:spcBef>
                  <a:spcPts val="700"/>
                </a:spcBef>
                <a:spcAft>
                  <a:spcPct val="0"/>
                </a:spcAft>
                <a:buClr>
                  <a:srgbClr val="000000"/>
                </a:buClr>
                <a:buSzPct val="100000"/>
                <a:buFont typeface="Times New Roman" panose="02020603050405020304" pitchFamily="18" charset="0"/>
                <a:buNone/>
                <a:defRPr/>
              </a:pPr>
              <a:r>
                <a:rPr kumimoji="0" lang="en-US" sz="1200" b="1" i="0" u="none" strike="noStrike" kern="1200" cap="none" spc="0" normalizeH="0" baseline="0" noProof="0" dirty="0">
                  <a:ln>
                    <a:noFill/>
                  </a:ln>
                  <a:solidFill>
                    <a:srgbClr val="FF0000"/>
                  </a:solidFill>
                  <a:effectLst/>
                  <a:uLnTx/>
                  <a:uFillTx/>
                  <a:latin typeface="Comic Sans MS" panose="030F0702030302020204" pitchFamily="66" charset="0"/>
                  <a:ea typeface="+mn-ea"/>
                  <a:cs typeface="+mn-cs"/>
                </a:rPr>
                <a:t>CW</a:t>
              </a:r>
            </a:p>
          </p:txBody>
        </p:sp>
      </p:grpSp>
      <p:cxnSp>
        <p:nvCxnSpPr>
          <p:cNvPr id="48132" name="Shape 13"/>
          <p:cNvCxnSpPr>
            <a:stCxn id="7" idx="0"/>
          </p:cNvCxnSpPr>
          <p:nvPr/>
        </p:nvCxnSpPr>
        <p:spPr>
          <a:xfrm rot="5400000" flipH="1" flipV="1">
            <a:off x="3276600" y="228600"/>
            <a:ext cx="838200" cy="2362200"/>
          </a:xfrm>
          <a:prstGeom prst="bentConnector2">
            <a:avLst/>
          </a:prstGeom>
          <a:ln w="19050" cap="flat" cmpd="sng">
            <a:solidFill>
              <a:schemeClr val="tx1"/>
            </a:solidFill>
            <a:prstDash val="solid"/>
            <a:round/>
            <a:headEnd type="none" w="med" len="med"/>
            <a:tailEnd type="arrow" w="med" len="med"/>
          </a:ln>
        </p:spPr>
      </p:cxnSp>
      <p:cxnSp>
        <p:nvCxnSpPr>
          <p:cNvPr id="15" name="Shape 19"/>
          <p:cNvCxnSpPr>
            <a:endCxn id="7" idx="3"/>
          </p:cNvCxnSpPr>
          <p:nvPr/>
        </p:nvCxnSpPr>
        <p:spPr>
          <a:xfrm rot="-10800000" flipV="1">
            <a:off x="2819400" y="1447800"/>
            <a:ext cx="2057400" cy="647700"/>
          </a:xfrm>
          <a:prstGeom prst="bentConnector3">
            <a:avLst>
              <a:gd name="adj1" fmla="val 50000"/>
            </a:avLst>
          </a:prstGeom>
          <a:ln w="19050" cap="flat" cmpd="sng">
            <a:solidFill>
              <a:schemeClr val="tx1"/>
            </a:solidFill>
            <a:prstDash val="solid"/>
            <a:round/>
            <a:headEnd type="none" w="med" len="med"/>
            <a:tailEnd type="arrow" w="med" len="med"/>
          </a:ln>
        </p:spPr>
      </p:cxnSp>
      <p:cxnSp>
        <p:nvCxnSpPr>
          <p:cNvPr id="17" name="Shape 19"/>
          <p:cNvCxnSpPr>
            <a:endCxn id="48179" idx="5"/>
          </p:cNvCxnSpPr>
          <p:nvPr/>
        </p:nvCxnSpPr>
        <p:spPr>
          <a:xfrm rot="-5400000" flipV="1">
            <a:off x="2114550" y="2571750"/>
            <a:ext cx="2895600" cy="2781300"/>
          </a:xfrm>
          <a:prstGeom prst="bentConnector4">
            <a:avLst>
              <a:gd name="adj1" fmla="val 1847"/>
              <a:gd name="adj2" fmla="val 109588"/>
            </a:avLst>
          </a:prstGeom>
          <a:ln w="19050" cap="flat" cmpd="sng">
            <a:solidFill>
              <a:schemeClr val="tx1"/>
            </a:solidFill>
            <a:prstDash val="solid"/>
            <a:round/>
            <a:headEnd type="none" w="med" len="med"/>
            <a:tailEnd type="arrow" w="med" len="med"/>
          </a:ln>
        </p:spPr>
      </p:cxnSp>
      <p:cxnSp>
        <p:nvCxnSpPr>
          <p:cNvPr id="18" name="Straight Arrow Connector 17"/>
          <p:cNvCxnSpPr>
            <a:stCxn id="4" idx="6"/>
            <a:endCxn id="7" idx="1"/>
          </p:cNvCxnSpPr>
          <p:nvPr/>
        </p:nvCxnSpPr>
        <p:spPr>
          <a:xfrm>
            <a:off x="1447800" y="2095500"/>
            <a:ext cx="762000" cy="1588"/>
          </a:xfrm>
          <a:prstGeom prst="straightConnector1">
            <a:avLst/>
          </a:prstGeom>
          <a:ln w="9525" cap="flat" cmpd="sng">
            <a:solidFill>
              <a:schemeClr val="tx1"/>
            </a:solidFill>
            <a:prstDash val="solid"/>
            <a:headEnd type="arrow" w="med" len="med"/>
            <a:tailEnd type="arrow" w="med" len="med"/>
          </a:ln>
        </p:spPr>
      </p:cxnSp>
      <p:sp>
        <p:nvSpPr>
          <p:cNvPr id="19" name="TextBox 18"/>
          <p:cNvSpPr txBox="1"/>
          <p:nvPr/>
        </p:nvSpPr>
        <p:spPr>
          <a:xfrm>
            <a:off x="1371600" y="685800"/>
            <a:ext cx="3581400" cy="341313"/>
          </a:xfrm>
          <a:prstGeom prst="rect">
            <a:avLst/>
          </a:prstGeom>
          <a:noFill/>
          <a:ln w="9525">
            <a:noFill/>
          </a:ln>
        </p:spPr>
        <p:txBody>
          <a:bodyPr>
            <a:spAutoFit/>
          </a:bodyPr>
          <a:lstStyle/>
          <a:p>
            <a:r>
              <a:rPr lang="en-US" altLang="x-none" sz="1800" dirty="0">
                <a:solidFill>
                  <a:srgbClr val="000000"/>
                </a:solidFill>
                <a:latin typeface="Comic Sans MS" panose="030F0702030302020204" pitchFamily="66" charset="0"/>
              </a:rPr>
              <a:t>User C wants Server V access</a:t>
            </a:r>
            <a:endParaRPr lang="en-US" altLang="x-none" sz="1800" baseline="-25000" dirty="0">
              <a:latin typeface="Comic Sans MS" panose="030F0702030302020204" pitchFamily="66" charset="0"/>
            </a:endParaRPr>
          </a:p>
        </p:txBody>
      </p:sp>
      <p:grpSp>
        <p:nvGrpSpPr>
          <p:cNvPr id="48137" name="Group 40"/>
          <p:cNvGrpSpPr/>
          <p:nvPr/>
        </p:nvGrpSpPr>
        <p:grpSpPr>
          <a:xfrm>
            <a:off x="5105400" y="5105400"/>
            <a:ext cx="762000" cy="609600"/>
            <a:chOff x="4191000" y="4267200"/>
            <a:chExt cx="762000" cy="609600"/>
          </a:xfrm>
        </p:grpSpPr>
        <p:pic>
          <p:nvPicPr>
            <p:cNvPr id="48177" name="Picture 7" descr="enter image description here"/>
            <p:cNvPicPr>
              <a:picLocks noChangeAspect="1"/>
            </p:cNvPicPr>
            <p:nvPr/>
          </p:nvPicPr>
          <p:blipFill>
            <a:blip r:embed="rId2"/>
            <a:stretch>
              <a:fillRect/>
            </a:stretch>
          </p:blipFill>
          <p:spPr>
            <a:xfrm>
              <a:off x="4419600" y="4343400"/>
              <a:ext cx="533400" cy="533400"/>
            </a:xfrm>
            <a:prstGeom prst="rect">
              <a:avLst/>
            </a:prstGeom>
            <a:noFill/>
            <a:ln w="9525">
              <a:noFill/>
            </a:ln>
          </p:spPr>
        </p:pic>
        <p:sp>
          <p:nvSpPr>
            <p:cNvPr id="48178" name="TextBox 28"/>
            <p:cNvSpPr txBox="1"/>
            <p:nvPr/>
          </p:nvSpPr>
          <p:spPr>
            <a:xfrm>
              <a:off x="4191000" y="4267200"/>
              <a:ext cx="609600" cy="480131"/>
            </a:xfrm>
            <a:prstGeom prst="rect">
              <a:avLst/>
            </a:prstGeom>
            <a:noFill/>
            <a:ln w="9525">
              <a:noFill/>
            </a:ln>
          </p:spPr>
          <p:txBody>
            <a:bodyPr>
              <a:spAutoFit/>
            </a:bodyPr>
            <a:lstStyle/>
            <a:p>
              <a:r>
                <a:rPr lang="sv-SE" altLang="x-none" sz="3200" baseline="-25000" dirty="0">
                  <a:solidFill>
                    <a:srgbClr val="000000"/>
                  </a:solidFill>
                  <a:latin typeface="Comic Sans MS" panose="030F0702030302020204" pitchFamily="66" charset="0"/>
                </a:rPr>
                <a:t>K</a:t>
              </a:r>
              <a:r>
                <a:rPr lang="sv-SE" altLang="x-none" baseline="-25000" dirty="0">
                  <a:solidFill>
                    <a:srgbClr val="000000"/>
                  </a:solidFill>
                  <a:latin typeface="Comic Sans MS" panose="030F0702030302020204" pitchFamily="66" charset="0"/>
                </a:rPr>
                <a:t>v</a:t>
              </a:r>
              <a:endParaRPr lang="en-US" altLang="x-none" sz="3200" dirty="0">
                <a:latin typeface="Comic Sans MS" panose="030F0702030302020204" pitchFamily="66" charset="0"/>
              </a:endParaRPr>
            </a:p>
          </p:txBody>
        </p:sp>
      </p:grpSp>
      <p:sp>
        <p:nvSpPr>
          <p:cNvPr id="31" name="TextBox 30"/>
          <p:cNvSpPr txBox="1"/>
          <p:nvPr/>
        </p:nvSpPr>
        <p:spPr>
          <a:xfrm>
            <a:off x="3038882" y="1663183"/>
            <a:ext cx="1905000" cy="341313"/>
          </a:xfrm>
          <a:prstGeom prst="rect">
            <a:avLst/>
          </a:prstGeom>
          <a:noFill/>
          <a:ln w="9525">
            <a:noFill/>
          </a:ln>
        </p:spPr>
        <p:txBody>
          <a:bodyPr>
            <a:spAutoFit/>
          </a:bodyPr>
          <a:lstStyle/>
          <a:p>
            <a:r>
              <a:rPr lang="sv-SE" altLang="x-none" sz="1800" dirty="0">
                <a:solidFill>
                  <a:srgbClr val="000000"/>
                </a:solidFill>
                <a:latin typeface="Comic Sans MS" panose="030F0702030302020204" pitchFamily="66" charset="0"/>
              </a:rPr>
              <a:t>E(K</a:t>
            </a:r>
            <a:r>
              <a:rPr lang="sv-SE" altLang="x-none" sz="1800" baseline="-25000" dirty="0">
                <a:solidFill>
                  <a:srgbClr val="000000"/>
                </a:solidFill>
                <a:latin typeface="Comic Sans MS" panose="030F0702030302020204" pitchFamily="66" charset="0"/>
              </a:rPr>
              <a:t>c</a:t>
            </a:r>
            <a:r>
              <a:rPr lang="sv-SE" altLang="x-none" sz="1800" dirty="0">
                <a:solidFill>
                  <a:srgbClr val="000000"/>
                </a:solidFill>
                <a:latin typeface="Comic Sans MS" panose="030F0702030302020204" pitchFamily="66" charset="0"/>
              </a:rPr>
              <a:t>, Ticket</a:t>
            </a:r>
            <a:r>
              <a:rPr lang="sv-SE" altLang="x-none" sz="1800" baseline="-25000" dirty="0">
                <a:solidFill>
                  <a:srgbClr val="000000"/>
                </a:solidFill>
                <a:latin typeface="Comic Sans MS" panose="030F0702030302020204" pitchFamily="66" charset="0"/>
              </a:rPr>
              <a:t>tgs</a:t>
            </a:r>
            <a:r>
              <a:rPr lang="sv-SE" altLang="x-none" sz="1800" dirty="0">
                <a:solidFill>
                  <a:srgbClr val="000000"/>
                </a:solidFill>
                <a:latin typeface="Comic Sans MS" panose="030F0702030302020204" pitchFamily="66" charset="0"/>
              </a:rPr>
              <a:t>)</a:t>
            </a:r>
            <a:endParaRPr lang="en-US" altLang="x-none" sz="1800" dirty="0">
              <a:latin typeface="Comic Sans MS" panose="030F0702030302020204" pitchFamily="66" charset="0"/>
            </a:endParaRPr>
          </a:p>
        </p:txBody>
      </p:sp>
      <p:sp>
        <p:nvSpPr>
          <p:cNvPr id="32" name="TextBox 31"/>
          <p:cNvSpPr txBox="1"/>
          <p:nvPr/>
        </p:nvSpPr>
        <p:spPr>
          <a:xfrm>
            <a:off x="2971800" y="4876800"/>
            <a:ext cx="1752600" cy="327025"/>
          </a:xfrm>
          <a:prstGeom prst="rect">
            <a:avLst/>
          </a:prstGeom>
          <a:noFill/>
          <a:ln w="9525">
            <a:noFill/>
          </a:ln>
        </p:spPr>
        <p:txBody>
          <a:bodyPr>
            <a:spAutoFit/>
          </a:bodyPr>
          <a:lstStyle/>
          <a:p>
            <a:r>
              <a:rPr lang="sv-SE" altLang="x-none" sz="1700" dirty="0">
                <a:solidFill>
                  <a:srgbClr val="000000"/>
                </a:solidFill>
                <a:latin typeface="Comic Sans MS" panose="030F0702030302020204" pitchFamily="66" charset="0"/>
              </a:rPr>
              <a:t> </a:t>
            </a:r>
            <a:r>
              <a:rPr lang="en-US" altLang="x-none" sz="1700" dirty="0">
                <a:solidFill>
                  <a:srgbClr val="000000"/>
                </a:solidFill>
                <a:latin typeface="Comic Sans MS" panose="030F0702030302020204" pitchFamily="66" charset="0"/>
              </a:rPr>
              <a:t>I</a:t>
            </a:r>
            <a:r>
              <a:rPr lang="sv-SE" altLang="x-none" sz="1700" dirty="0">
                <a:solidFill>
                  <a:srgbClr val="000000"/>
                </a:solidFill>
                <a:latin typeface="Comic Sans MS" panose="030F0702030302020204" pitchFamily="66" charset="0"/>
              </a:rPr>
              <a:t>D</a:t>
            </a:r>
            <a:r>
              <a:rPr lang="en-US" altLang="x-none" sz="1700" dirty="0">
                <a:solidFill>
                  <a:srgbClr val="000000"/>
                </a:solidFill>
                <a:latin typeface="Comic Sans MS" panose="030F0702030302020204" pitchFamily="66" charset="0"/>
              </a:rPr>
              <a:t>c </a:t>
            </a:r>
            <a:r>
              <a:rPr lang="sv-SE" altLang="x-none" sz="1700" dirty="0">
                <a:solidFill>
                  <a:srgbClr val="000000"/>
                </a:solidFill>
                <a:latin typeface="Comic Sans MS" panose="030F0702030302020204" pitchFamily="66" charset="0"/>
              </a:rPr>
              <a:t>|| Ticket</a:t>
            </a:r>
            <a:r>
              <a:rPr lang="sv-SE" altLang="x-none" sz="1700" baseline="-25000" dirty="0">
                <a:solidFill>
                  <a:srgbClr val="000000"/>
                </a:solidFill>
                <a:latin typeface="Comic Sans MS" panose="030F0702030302020204" pitchFamily="66" charset="0"/>
              </a:rPr>
              <a:t>v</a:t>
            </a:r>
            <a:endParaRPr lang="en-US" altLang="x-none" sz="1700" baseline="-25000" dirty="0">
              <a:latin typeface="Comic Sans MS" panose="030F0702030302020204" pitchFamily="66" charset="0"/>
            </a:endParaRPr>
          </a:p>
        </p:txBody>
      </p:sp>
      <p:sp>
        <p:nvSpPr>
          <p:cNvPr id="33" name="Folded Corner 32"/>
          <p:cNvSpPr/>
          <p:nvPr/>
        </p:nvSpPr>
        <p:spPr bwMode="auto">
          <a:xfrm>
            <a:off x="838200" y="3810000"/>
            <a:ext cx="1066800" cy="381000"/>
          </a:xfrm>
          <a:prstGeom prst="foldedCorner">
            <a:avLst/>
          </a:prstGeom>
          <a:solidFill>
            <a:schemeClr val="accent5"/>
          </a:solidFill>
          <a:ln w="9525" cap="flat" cmpd="sng" algn="ctr">
            <a:solidFill>
              <a:schemeClr val="tx1"/>
            </a:solidFill>
            <a:prstDash val="solid"/>
            <a:round/>
            <a:headEnd type="none" w="med" len="med"/>
            <a:tailEnd type="none" w="med" len="med"/>
          </a:ln>
          <a:effectLst/>
        </p:spPr>
        <p:txBody>
          <a:bodyPr/>
          <a:lstStyle/>
          <a:p>
            <a:pPr marL="0" marR="0" lvl="0" indent="0" algn="l" defTabSz="449580" rtl="0" eaLnBrk="0" fontAlgn="base" latinLnBrk="0" hangingPunct="0">
              <a:lnSpc>
                <a:spcPct val="90000"/>
              </a:lnSpc>
              <a:spcBef>
                <a:spcPts val="700"/>
              </a:spcBef>
              <a:spcAft>
                <a:spcPct val="0"/>
              </a:spcAft>
              <a:buClr>
                <a:srgbClr val="000000"/>
              </a:buClr>
              <a:buSzPct val="100000"/>
              <a:buFont typeface="Times New Roman" panose="02020603050405020304" pitchFamily="18" charset="0"/>
              <a:buNone/>
              <a:defRPr/>
            </a:pPr>
            <a:r>
              <a:rPr kumimoji="0" lang="en-US" sz="1200" b="1" i="0" u="none" strike="noStrike" kern="1200" cap="none" spc="0" normalizeH="0" baseline="0" noProof="0" dirty="0">
                <a:ln>
                  <a:noFill/>
                </a:ln>
                <a:solidFill>
                  <a:schemeClr val="tx1"/>
                </a:solidFill>
                <a:effectLst/>
                <a:uLnTx/>
                <a:uFillTx/>
                <a:latin typeface="Comic Sans MS" panose="030F0702030302020204" pitchFamily="66" charset="0"/>
                <a:ea typeface="+mn-ea"/>
                <a:cs typeface="+mn-cs"/>
              </a:rPr>
              <a:t>Requested file</a:t>
            </a:r>
          </a:p>
        </p:txBody>
      </p:sp>
      <p:grpSp>
        <p:nvGrpSpPr>
          <p:cNvPr id="5" name="Group 115"/>
          <p:cNvGrpSpPr/>
          <p:nvPr/>
        </p:nvGrpSpPr>
        <p:grpSpPr>
          <a:xfrm>
            <a:off x="4953000" y="4419600"/>
            <a:ext cx="2133600" cy="1219200"/>
            <a:chOff x="4953000" y="4419600"/>
            <a:chExt cx="2133600" cy="1219200"/>
          </a:xfrm>
        </p:grpSpPr>
        <p:grpSp>
          <p:nvGrpSpPr>
            <p:cNvPr id="48169" name="Group 94"/>
            <p:cNvGrpSpPr/>
            <p:nvPr/>
          </p:nvGrpSpPr>
          <p:grpSpPr>
            <a:xfrm>
              <a:off x="6324600" y="4572000"/>
              <a:ext cx="762000" cy="838200"/>
              <a:chOff x="6019800" y="5638800"/>
              <a:chExt cx="762000" cy="838200"/>
            </a:xfrm>
          </p:grpSpPr>
          <p:sp>
            <p:nvSpPr>
              <p:cNvPr id="9" name="Folded Corner 8"/>
              <p:cNvSpPr/>
              <p:nvPr/>
            </p:nvSpPr>
            <p:spPr bwMode="auto">
              <a:xfrm>
                <a:off x="6019800" y="6096000"/>
                <a:ext cx="457200" cy="381000"/>
              </a:xfrm>
              <a:prstGeom prst="foldedCorner">
                <a:avLst/>
              </a:prstGeom>
              <a:solidFill>
                <a:schemeClr val="accent5"/>
              </a:solidFill>
              <a:ln w="9525" cap="flat" cmpd="sng" algn="ctr">
                <a:solidFill>
                  <a:schemeClr val="tx1"/>
                </a:solidFill>
                <a:prstDash val="solid"/>
                <a:round/>
                <a:headEnd type="none" w="med" len="med"/>
                <a:tailEnd type="none" w="med" len="med"/>
              </a:ln>
              <a:effectLst/>
            </p:spPr>
            <p:txBody>
              <a:bodyPr/>
              <a:lstStyle/>
              <a:p>
                <a:pPr marL="0" marR="0" lvl="0" indent="0" algn="l" defTabSz="449580" rtl="0" eaLnBrk="0" fontAlgn="base" latinLnBrk="0" hangingPunct="0">
                  <a:lnSpc>
                    <a:spcPct val="90000"/>
                  </a:lnSpc>
                  <a:spcBef>
                    <a:spcPts val="700"/>
                  </a:spcBef>
                  <a:spcAft>
                    <a:spcPct val="0"/>
                  </a:spcAft>
                  <a:buClr>
                    <a:srgbClr val="000000"/>
                  </a:buClr>
                  <a:buSzPct val="100000"/>
                  <a:buFont typeface="Times New Roman" panose="02020603050405020304" pitchFamily="18" charset="0"/>
                  <a:buNone/>
                  <a:defRPr/>
                </a:pPr>
                <a:endParaRPr kumimoji="0" lang="en-US" sz="2800" b="0" i="0" u="none" strike="noStrike" kern="1200" cap="none" spc="0" normalizeH="0" baseline="0" noProof="0">
                  <a:ln>
                    <a:noFill/>
                  </a:ln>
                  <a:solidFill>
                    <a:schemeClr val="bg1"/>
                  </a:solidFill>
                  <a:effectLst/>
                  <a:uLnTx/>
                  <a:uFillTx/>
                  <a:latin typeface="Comic Sans MS" panose="030F0702030302020204" pitchFamily="66" charset="0"/>
                  <a:ea typeface="+mn-ea"/>
                  <a:cs typeface="+mn-cs"/>
                </a:endParaRPr>
              </a:p>
            </p:txBody>
          </p:sp>
          <p:sp>
            <p:nvSpPr>
              <p:cNvPr id="10" name="Folded Corner 9"/>
              <p:cNvSpPr/>
              <p:nvPr/>
            </p:nvSpPr>
            <p:spPr bwMode="auto">
              <a:xfrm>
                <a:off x="6096000" y="5943600"/>
                <a:ext cx="457200" cy="381000"/>
              </a:xfrm>
              <a:prstGeom prst="foldedCorner">
                <a:avLst/>
              </a:prstGeom>
              <a:solidFill>
                <a:schemeClr val="accent5"/>
              </a:solidFill>
              <a:ln w="9525" cap="flat" cmpd="sng" algn="ctr">
                <a:solidFill>
                  <a:schemeClr val="tx1"/>
                </a:solidFill>
                <a:prstDash val="solid"/>
                <a:round/>
                <a:headEnd type="none" w="med" len="med"/>
                <a:tailEnd type="none" w="med" len="med"/>
              </a:ln>
              <a:effectLst/>
            </p:spPr>
            <p:txBody>
              <a:bodyPr/>
              <a:lstStyle/>
              <a:p>
                <a:pPr marL="0" marR="0" lvl="0" indent="0" algn="l" defTabSz="449580" rtl="0" eaLnBrk="0" fontAlgn="base" latinLnBrk="0" hangingPunct="0">
                  <a:lnSpc>
                    <a:spcPct val="90000"/>
                  </a:lnSpc>
                  <a:spcBef>
                    <a:spcPts val="700"/>
                  </a:spcBef>
                  <a:spcAft>
                    <a:spcPct val="0"/>
                  </a:spcAft>
                  <a:buClr>
                    <a:srgbClr val="000000"/>
                  </a:buClr>
                  <a:buSzPct val="100000"/>
                  <a:buFont typeface="Times New Roman" panose="02020603050405020304" pitchFamily="18" charset="0"/>
                  <a:buNone/>
                  <a:defRPr/>
                </a:pPr>
                <a:endParaRPr kumimoji="0" lang="en-US" sz="2800" b="0" i="0" u="none" strike="noStrike" kern="1200" cap="none" spc="0" normalizeH="0" baseline="0" noProof="0">
                  <a:ln>
                    <a:noFill/>
                  </a:ln>
                  <a:solidFill>
                    <a:schemeClr val="bg1"/>
                  </a:solidFill>
                  <a:effectLst/>
                  <a:uLnTx/>
                  <a:uFillTx/>
                  <a:latin typeface="Comic Sans MS" panose="030F0702030302020204" pitchFamily="66" charset="0"/>
                  <a:ea typeface="+mn-ea"/>
                  <a:cs typeface="+mn-cs"/>
                </a:endParaRPr>
              </a:p>
            </p:txBody>
          </p:sp>
          <p:sp>
            <p:nvSpPr>
              <p:cNvPr id="11" name="Folded Corner 10"/>
              <p:cNvSpPr/>
              <p:nvPr/>
            </p:nvSpPr>
            <p:spPr bwMode="auto">
              <a:xfrm>
                <a:off x="6172200" y="5867400"/>
                <a:ext cx="457200" cy="381000"/>
              </a:xfrm>
              <a:prstGeom prst="foldedCorner">
                <a:avLst/>
              </a:prstGeom>
              <a:solidFill>
                <a:schemeClr val="accent5"/>
              </a:solidFill>
              <a:ln w="9525" cap="flat" cmpd="sng" algn="ctr">
                <a:solidFill>
                  <a:schemeClr val="tx1"/>
                </a:solidFill>
                <a:prstDash val="solid"/>
                <a:round/>
                <a:headEnd type="none" w="med" len="med"/>
                <a:tailEnd type="none" w="med" len="med"/>
              </a:ln>
              <a:effectLst/>
            </p:spPr>
            <p:txBody>
              <a:bodyPr/>
              <a:lstStyle/>
              <a:p>
                <a:pPr marL="0" marR="0" lvl="0" indent="0" algn="l" defTabSz="449580" rtl="0" eaLnBrk="0" fontAlgn="base" latinLnBrk="0" hangingPunct="0">
                  <a:lnSpc>
                    <a:spcPct val="90000"/>
                  </a:lnSpc>
                  <a:spcBef>
                    <a:spcPts val="700"/>
                  </a:spcBef>
                  <a:spcAft>
                    <a:spcPct val="0"/>
                  </a:spcAft>
                  <a:buClr>
                    <a:srgbClr val="000000"/>
                  </a:buClr>
                  <a:buSzPct val="100000"/>
                  <a:buFont typeface="Times New Roman" panose="02020603050405020304" pitchFamily="18" charset="0"/>
                  <a:buNone/>
                  <a:defRPr/>
                </a:pPr>
                <a:endParaRPr kumimoji="0" lang="en-US" sz="2800" b="0" i="0" u="none" strike="noStrike" kern="1200" cap="none" spc="0" normalizeH="0" baseline="0" noProof="0">
                  <a:ln>
                    <a:noFill/>
                  </a:ln>
                  <a:solidFill>
                    <a:schemeClr val="bg1"/>
                  </a:solidFill>
                  <a:effectLst/>
                  <a:uLnTx/>
                  <a:uFillTx/>
                  <a:latin typeface="Comic Sans MS" panose="030F0702030302020204" pitchFamily="66" charset="0"/>
                  <a:ea typeface="+mn-ea"/>
                  <a:cs typeface="+mn-cs"/>
                </a:endParaRPr>
              </a:p>
            </p:txBody>
          </p:sp>
          <p:sp>
            <p:nvSpPr>
              <p:cNvPr id="12" name="Folded Corner 11"/>
              <p:cNvSpPr/>
              <p:nvPr/>
            </p:nvSpPr>
            <p:spPr bwMode="auto">
              <a:xfrm>
                <a:off x="6248400" y="5715000"/>
                <a:ext cx="457200" cy="381000"/>
              </a:xfrm>
              <a:prstGeom prst="foldedCorner">
                <a:avLst/>
              </a:prstGeom>
              <a:solidFill>
                <a:schemeClr val="accent5"/>
              </a:solidFill>
              <a:ln w="9525" cap="flat" cmpd="sng" algn="ctr">
                <a:solidFill>
                  <a:schemeClr val="tx1"/>
                </a:solidFill>
                <a:prstDash val="solid"/>
                <a:round/>
                <a:headEnd type="none" w="med" len="med"/>
                <a:tailEnd type="none" w="med" len="med"/>
              </a:ln>
              <a:effectLst/>
            </p:spPr>
            <p:txBody>
              <a:bodyPr/>
              <a:lstStyle/>
              <a:p>
                <a:pPr marL="0" marR="0" lvl="0" indent="0" algn="l" defTabSz="449580" rtl="0" eaLnBrk="0" fontAlgn="base" latinLnBrk="0" hangingPunct="0">
                  <a:lnSpc>
                    <a:spcPct val="90000"/>
                  </a:lnSpc>
                  <a:spcBef>
                    <a:spcPts val="700"/>
                  </a:spcBef>
                  <a:spcAft>
                    <a:spcPct val="0"/>
                  </a:spcAft>
                  <a:buClr>
                    <a:srgbClr val="000000"/>
                  </a:buClr>
                  <a:buSzPct val="100000"/>
                  <a:buFont typeface="Times New Roman" panose="02020603050405020304" pitchFamily="18" charset="0"/>
                  <a:buNone/>
                  <a:defRPr/>
                </a:pPr>
                <a:endParaRPr kumimoji="0" lang="en-US" sz="2800" b="0" i="0" u="none" strike="noStrike" kern="1200" cap="none" spc="0" normalizeH="0" baseline="0" noProof="0">
                  <a:ln>
                    <a:noFill/>
                  </a:ln>
                  <a:solidFill>
                    <a:schemeClr val="bg1"/>
                  </a:solidFill>
                  <a:effectLst/>
                  <a:uLnTx/>
                  <a:uFillTx/>
                  <a:latin typeface="Comic Sans MS" panose="030F0702030302020204" pitchFamily="66" charset="0"/>
                  <a:ea typeface="+mn-ea"/>
                  <a:cs typeface="+mn-cs"/>
                </a:endParaRPr>
              </a:p>
            </p:txBody>
          </p:sp>
          <p:sp>
            <p:nvSpPr>
              <p:cNvPr id="13" name="Folded Corner 12"/>
              <p:cNvSpPr/>
              <p:nvPr/>
            </p:nvSpPr>
            <p:spPr bwMode="auto">
              <a:xfrm>
                <a:off x="6324600" y="5638800"/>
                <a:ext cx="457200" cy="381000"/>
              </a:xfrm>
              <a:prstGeom prst="foldedCorner">
                <a:avLst/>
              </a:prstGeom>
              <a:solidFill>
                <a:schemeClr val="accent5"/>
              </a:solidFill>
              <a:ln w="9525" cap="flat" cmpd="sng" algn="ctr">
                <a:solidFill>
                  <a:schemeClr val="tx1"/>
                </a:solidFill>
                <a:prstDash val="solid"/>
                <a:round/>
                <a:headEnd type="none" w="med" len="med"/>
                <a:tailEnd type="none" w="med" len="med"/>
              </a:ln>
              <a:effectLst/>
            </p:spPr>
            <p:txBody>
              <a:bodyPr/>
              <a:lstStyle/>
              <a:p>
                <a:pPr marL="0" marR="0" lvl="0" indent="0" algn="l" defTabSz="449580" rtl="0" eaLnBrk="0" fontAlgn="base" latinLnBrk="0" hangingPunct="0">
                  <a:lnSpc>
                    <a:spcPct val="90000"/>
                  </a:lnSpc>
                  <a:spcBef>
                    <a:spcPts val="700"/>
                  </a:spcBef>
                  <a:spcAft>
                    <a:spcPct val="0"/>
                  </a:spcAft>
                  <a:buClr>
                    <a:srgbClr val="000000"/>
                  </a:buClr>
                  <a:buSzPct val="100000"/>
                  <a:buFont typeface="Times New Roman" panose="02020603050405020304" pitchFamily="18" charset="0"/>
                  <a:buNone/>
                  <a:defRPr/>
                </a:pPr>
                <a:r>
                  <a:rPr kumimoji="0" lang="en-US" sz="2400" b="0" i="0" u="none" strike="noStrike" kern="1200" cap="none" spc="0" normalizeH="0" baseline="0" noProof="0" dirty="0">
                    <a:ln>
                      <a:noFill/>
                    </a:ln>
                    <a:solidFill>
                      <a:schemeClr val="tx1"/>
                    </a:solidFill>
                    <a:effectLst/>
                    <a:uLnTx/>
                    <a:uFillTx/>
                    <a:latin typeface="Comic Sans MS" panose="030F0702030302020204" pitchFamily="66" charset="0"/>
                    <a:ea typeface="+mn-ea"/>
                    <a:cs typeface="+mn-cs"/>
                  </a:rPr>
                  <a:t>F</a:t>
                </a:r>
              </a:p>
            </p:txBody>
          </p:sp>
        </p:grpSp>
        <p:sp>
          <p:nvSpPr>
            <p:cNvPr id="48170" name="Cube 25"/>
            <p:cNvSpPr/>
            <p:nvPr/>
          </p:nvSpPr>
          <p:spPr>
            <a:xfrm>
              <a:off x="4953000" y="4419600"/>
              <a:ext cx="990600" cy="1219200"/>
            </a:xfrm>
            <a:prstGeom prst="cube">
              <a:avLst>
                <a:gd name="adj" fmla="val 25000"/>
              </a:avLst>
            </a:prstGeom>
            <a:solidFill>
              <a:srgbClr val="92D050">
                <a:alpha val="45097"/>
              </a:srgbClr>
            </a:solidFill>
            <a:ln w="9525" cap="flat" cmpd="sng">
              <a:solidFill>
                <a:schemeClr val="tx1"/>
              </a:solidFill>
              <a:prstDash val="solid"/>
              <a:round/>
              <a:headEnd type="none" w="med" len="med"/>
              <a:tailEnd type="none" w="med" len="med"/>
            </a:ln>
          </p:spPr>
          <p:txBody>
            <a:bodyPr/>
            <a:lstStyle/>
            <a:p>
              <a:r>
                <a:rPr lang="en-US" altLang="x-none" dirty="0">
                  <a:solidFill>
                    <a:schemeClr val="tx1"/>
                  </a:solidFill>
                  <a:latin typeface="Comic Sans MS" panose="030F0702030302020204" pitchFamily="66" charset="0"/>
                </a:rPr>
                <a:t>V</a:t>
              </a:r>
            </a:p>
          </p:txBody>
        </p:sp>
        <p:cxnSp>
          <p:nvCxnSpPr>
            <p:cNvPr id="48171" name="Straight Arrow Connector 33"/>
            <p:cNvCxnSpPr/>
            <p:nvPr/>
          </p:nvCxnSpPr>
          <p:spPr>
            <a:xfrm>
              <a:off x="5943600" y="4953000"/>
              <a:ext cx="533400" cy="38100"/>
            </a:xfrm>
            <a:prstGeom prst="straightConnector1">
              <a:avLst/>
            </a:prstGeom>
            <a:ln w="9525" cap="flat" cmpd="sng">
              <a:solidFill>
                <a:schemeClr val="tx1"/>
              </a:solidFill>
              <a:prstDash val="solid"/>
              <a:headEnd type="arrow" w="med" len="med"/>
              <a:tailEnd type="arrow" w="med" len="med"/>
            </a:ln>
          </p:spPr>
        </p:cxnSp>
      </p:grpSp>
      <p:sp>
        <p:nvSpPr>
          <p:cNvPr id="35" name="TextBox 34"/>
          <p:cNvSpPr txBox="1"/>
          <p:nvPr/>
        </p:nvSpPr>
        <p:spPr>
          <a:xfrm>
            <a:off x="914400" y="1447800"/>
            <a:ext cx="533400" cy="479425"/>
          </a:xfrm>
          <a:prstGeom prst="rect">
            <a:avLst/>
          </a:prstGeom>
          <a:noFill/>
          <a:ln w="9525">
            <a:noFill/>
          </a:ln>
        </p:spPr>
        <p:txBody>
          <a:bodyPr>
            <a:spAutoFit/>
          </a:bodyPr>
          <a:lstStyle/>
          <a:p>
            <a:r>
              <a:rPr lang="en-US" altLang="x-none" dirty="0">
                <a:solidFill>
                  <a:srgbClr val="FF0000"/>
                </a:solidFill>
                <a:latin typeface="Comic Sans MS" panose="030F0702030302020204" pitchFamily="66" charset="0"/>
              </a:rPr>
              <a:t>C</a:t>
            </a:r>
          </a:p>
        </p:txBody>
      </p:sp>
      <p:cxnSp>
        <p:nvCxnSpPr>
          <p:cNvPr id="40" name="Elbow Connector 39"/>
          <p:cNvCxnSpPr>
            <a:stCxn id="48179" idx="2"/>
            <a:endCxn id="48154" idx="2"/>
          </p:cNvCxnSpPr>
          <p:nvPr/>
        </p:nvCxnSpPr>
        <p:spPr>
          <a:xfrm>
            <a:off x="2781300" y="2514600"/>
            <a:ext cx="2095500" cy="962025"/>
          </a:xfrm>
          <a:prstGeom prst="bentConnector3">
            <a:avLst>
              <a:gd name="adj1" fmla="val 50000"/>
            </a:avLst>
          </a:prstGeom>
          <a:ln w="19050" cap="flat" cmpd="sng">
            <a:solidFill>
              <a:schemeClr val="tx1"/>
            </a:solidFill>
            <a:prstDash val="solid"/>
            <a:round/>
            <a:headEnd type="none" w="med" len="med"/>
            <a:tailEnd type="arrow" w="med" len="med"/>
          </a:ln>
        </p:spPr>
      </p:cxnSp>
      <p:cxnSp>
        <p:nvCxnSpPr>
          <p:cNvPr id="48144" name="Elbow Connector 40"/>
          <p:cNvCxnSpPr>
            <a:endCxn id="48179" idx="4"/>
          </p:cNvCxnSpPr>
          <p:nvPr/>
        </p:nvCxnSpPr>
        <p:spPr>
          <a:xfrm rot="10800000">
            <a:off x="2476500" y="2667000"/>
            <a:ext cx="2400300" cy="990600"/>
          </a:xfrm>
          <a:prstGeom prst="bentConnector2">
            <a:avLst/>
          </a:prstGeom>
          <a:ln w="19050" cap="flat" cmpd="sng">
            <a:solidFill>
              <a:schemeClr val="tx1"/>
            </a:solidFill>
            <a:prstDash val="solid"/>
            <a:round/>
            <a:headEnd type="none" w="med" len="med"/>
            <a:tailEnd type="arrow" w="med" len="med"/>
          </a:ln>
        </p:spPr>
      </p:cxnSp>
      <p:sp>
        <p:nvSpPr>
          <p:cNvPr id="45" name="TextBox 44"/>
          <p:cNvSpPr txBox="1"/>
          <p:nvPr/>
        </p:nvSpPr>
        <p:spPr>
          <a:xfrm>
            <a:off x="2899706" y="2260373"/>
            <a:ext cx="2667000" cy="341313"/>
          </a:xfrm>
          <a:prstGeom prst="rect">
            <a:avLst/>
          </a:prstGeom>
          <a:noFill/>
          <a:ln w="9525">
            <a:noFill/>
          </a:ln>
        </p:spPr>
        <p:txBody>
          <a:bodyPr>
            <a:spAutoFit/>
          </a:bodyPr>
          <a:lstStyle/>
          <a:p>
            <a:r>
              <a:rPr lang="en-US" altLang="x-none" sz="1800" dirty="0">
                <a:solidFill>
                  <a:srgbClr val="000000"/>
                </a:solidFill>
                <a:latin typeface="Comic Sans MS" panose="030F0702030302020204" pitchFamily="66" charset="0"/>
              </a:rPr>
              <a:t>I</a:t>
            </a:r>
            <a:r>
              <a:rPr lang="sv-SE" altLang="x-none" sz="1800" dirty="0">
                <a:solidFill>
                  <a:srgbClr val="000000"/>
                </a:solidFill>
                <a:latin typeface="Comic Sans MS" panose="030F0702030302020204" pitchFamily="66" charset="0"/>
              </a:rPr>
              <a:t>D</a:t>
            </a:r>
            <a:r>
              <a:rPr lang="en-US" altLang="x-none" sz="1600" dirty="0">
                <a:solidFill>
                  <a:srgbClr val="000000"/>
                </a:solidFill>
                <a:latin typeface="Comic Sans MS" panose="030F0702030302020204" pitchFamily="66" charset="0"/>
              </a:rPr>
              <a:t>c </a:t>
            </a:r>
            <a:r>
              <a:rPr lang="sv-SE" altLang="x-none" sz="1800" dirty="0">
                <a:solidFill>
                  <a:srgbClr val="000000"/>
                </a:solidFill>
                <a:latin typeface="Comic Sans MS" panose="030F0702030302020204" pitchFamily="66" charset="0"/>
              </a:rPr>
              <a:t>|| </a:t>
            </a:r>
            <a:r>
              <a:rPr lang="en-US" altLang="x-none" sz="1800" dirty="0">
                <a:solidFill>
                  <a:srgbClr val="000000"/>
                </a:solidFill>
                <a:latin typeface="Comic Sans MS" panose="030F0702030302020204" pitchFamily="66" charset="0"/>
              </a:rPr>
              <a:t>I</a:t>
            </a:r>
            <a:r>
              <a:rPr lang="sv-SE" altLang="x-none" sz="1800" dirty="0">
                <a:solidFill>
                  <a:srgbClr val="000000"/>
                </a:solidFill>
                <a:latin typeface="Comic Sans MS" panose="030F0702030302020204" pitchFamily="66" charset="0"/>
              </a:rPr>
              <a:t>D</a:t>
            </a:r>
            <a:r>
              <a:rPr lang="en-US" altLang="x-none" sz="1600" baseline="-25000" dirty="0">
                <a:solidFill>
                  <a:srgbClr val="000000"/>
                </a:solidFill>
                <a:latin typeface="Comic Sans MS" panose="030F0702030302020204" pitchFamily="66" charset="0"/>
              </a:rPr>
              <a:t>v</a:t>
            </a:r>
            <a:r>
              <a:rPr lang="sv-SE" altLang="x-none" sz="1800" dirty="0">
                <a:solidFill>
                  <a:srgbClr val="000000"/>
                </a:solidFill>
                <a:latin typeface="Comic Sans MS" panose="030F0702030302020204" pitchFamily="66" charset="0"/>
              </a:rPr>
              <a:t>||Ticket</a:t>
            </a:r>
            <a:r>
              <a:rPr lang="sv-SE" altLang="x-none" sz="1800" baseline="-25000" dirty="0">
                <a:solidFill>
                  <a:srgbClr val="000000"/>
                </a:solidFill>
                <a:latin typeface="Comic Sans MS" panose="030F0702030302020204" pitchFamily="66" charset="0"/>
              </a:rPr>
              <a:t>tgs</a:t>
            </a:r>
            <a:endParaRPr lang="en-US" altLang="x-none" sz="1800" baseline="-25000" dirty="0">
              <a:latin typeface="Comic Sans MS" panose="030F0702030302020204" pitchFamily="66" charset="0"/>
            </a:endParaRPr>
          </a:p>
        </p:txBody>
      </p:sp>
      <p:sp>
        <p:nvSpPr>
          <p:cNvPr id="50" name="Rectangle 49"/>
          <p:cNvSpPr/>
          <p:nvPr/>
        </p:nvSpPr>
        <p:spPr>
          <a:xfrm>
            <a:off x="2743200" y="3316288"/>
            <a:ext cx="960438" cy="341312"/>
          </a:xfrm>
          <a:prstGeom prst="rect">
            <a:avLst/>
          </a:prstGeom>
          <a:noFill/>
          <a:ln w="9525">
            <a:noFill/>
          </a:ln>
        </p:spPr>
        <p:txBody>
          <a:bodyPr wrap="none">
            <a:spAutoFit/>
          </a:bodyPr>
          <a:lstStyle/>
          <a:p>
            <a:r>
              <a:rPr lang="sv-SE" altLang="x-none" sz="1800" dirty="0">
                <a:solidFill>
                  <a:srgbClr val="000000"/>
                </a:solidFill>
                <a:latin typeface="Comic Sans MS" panose="030F0702030302020204" pitchFamily="66" charset="0"/>
              </a:rPr>
              <a:t>Ticket</a:t>
            </a:r>
            <a:r>
              <a:rPr lang="sv-SE" altLang="x-none" sz="1800" baseline="-25000" dirty="0">
                <a:solidFill>
                  <a:srgbClr val="000000"/>
                </a:solidFill>
                <a:latin typeface="Comic Sans MS" panose="030F0702030302020204" pitchFamily="66" charset="0"/>
              </a:rPr>
              <a:t>v</a:t>
            </a:r>
            <a:endParaRPr lang="en-US" altLang="x-none" sz="1800" dirty="0">
              <a:latin typeface="Comic Sans MS" panose="030F0702030302020204" pitchFamily="66" charset="0"/>
            </a:endParaRPr>
          </a:p>
        </p:txBody>
      </p:sp>
      <p:cxnSp>
        <p:nvCxnSpPr>
          <p:cNvPr id="85" name="Shape 84"/>
          <p:cNvCxnSpPr>
            <a:endCxn id="48170" idx="2"/>
          </p:cNvCxnSpPr>
          <p:nvPr/>
        </p:nvCxnSpPr>
        <p:spPr>
          <a:xfrm>
            <a:off x="2209800" y="2667000"/>
            <a:ext cx="2743200" cy="2486025"/>
          </a:xfrm>
          <a:prstGeom prst="bentConnector3">
            <a:avLst>
              <a:gd name="adj1" fmla="val 218"/>
            </a:avLst>
          </a:prstGeom>
          <a:ln w="19050" cap="flat" cmpd="sng">
            <a:solidFill>
              <a:schemeClr val="tx1"/>
            </a:solidFill>
            <a:prstDash val="solid"/>
            <a:round/>
            <a:headEnd type="none" w="med" len="med"/>
            <a:tailEnd type="arrow" w="med" len="med"/>
          </a:ln>
        </p:spPr>
      </p:cxnSp>
      <p:grpSp>
        <p:nvGrpSpPr>
          <p:cNvPr id="8" name="Group 118"/>
          <p:cNvGrpSpPr/>
          <p:nvPr/>
        </p:nvGrpSpPr>
        <p:grpSpPr>
          <a:xfrm>
            <a:off x="4876800" y="609600"/>
            <a:ext cx="2286000" cy="1219200"/>
            <a:chOff x="4876800" y="609600"/>
            <a:chExt cx="2286000" cy="1219200"/>
          </a:xfrm>
        </p:grpSpPr>
        <p:sp>
          <p:nvSpPr>
            <p:cNvPr id="48162" name="Can 2"/>
            <p:cNvSpPr/>
            <p:nvPr/>
          </p:nvSpPr>
          <p:spPr>
            <a:xfrm>
              <a:off x="6248400" y="609600"/>
              <a:ext cx="914400" cy="838200"/>
            </a:xfrm>
            <a:prstGeom prst="can">
              <a:avLst>
                <a:gd name="adj" fmla="val 25000"/>
              </a:avLst>
            </a:prstGeom>
            <a:solidFill>
              <a:srgbClr val="00B8FF"/>
            </a:solidFill>
            <a:ln w="9525" cap="flat" cmpd="sng">
              <a:solidFill>
                <a:schemeClr val="tx1"/>
              </a:solidFill>
              <a:prstDash val="solid"/>
              <a:headEnd type="none" w="med" len="med"/>
              <a:tailEnd type="none" w="med" len="med"/>
            </a:ln>
          </p:spPr>
          <p:txBody>
            <a:bodyPr/>
            <a:lstStyle/>
            <a:p>
              <a:r>
                <a:rPr lang="sv-SE" altLang="x-none" sz="2400" dirty="0">
                  <a:solidFill>
                    <a:srgbClr val="000000"/>
                  </a:solidFill>
                  <a:latin typeface="Comic Sans MS" panose="030F0702030302020204" pitchFamily="66" charset="0"/>
                </a:rPr>
                <a:t>AS</a:t>
              </a:r>
              <a:r>
                <a:rPr lang="sv-SE" altLang="x-none" sz="2400" baseline="-25000" dirty="0">
                  <a:solidFill>
                    <a:srgbClr val="000000"/>
                  </a:solidFill>
                  <a:latin typeface="Comic Sans MS" panose="030F0702030302020204" pitchFamily="66" charset="0"/>
                </a:rPr>
                <a:t>DB</a:t>
              </a:r>
              <a:endParaRPr lang="en-US" altLang="x-none" sz="2400" dirty="0">
                <a:solidFill>
                  <a:schemeClr val="tx1"/>
                </a:solidFill>
                <a:latin typeface="Comic Sans MS" panose="030F0702030302020204" pitchFamily="66" charset="0"/>
              </a:endParaRPr>
            </a:p>
          </p:txBody>
        </p:sp>
        <p:grpSp>
          <p:nvGrpSpPr>
            <p:cNvPr id="48163" name="Group 116"/>
            <p:cNvGrpSpPr/>
            <p:nvPr/>
          </p:nvGrpSpPr>
          <p:grpSpPr>
            <a:xfrm>
              <a:off x="4876800" y="609600"/>
              <a:ext cx="1371600" cy="1219200"/>
              <a:chOff x="4876800" y="609600"/>
              <a:chExt cx="1371600" cy="1219200"/>
            </a:xfrm>
          </p:grpSpPr>
          <p:sp>
            <p:nvSpPr>
              <p:cNvPr id="48164" name="Cube 20"/>
              <p:cNvSpPr/>
              <p:nvPr/>
            </p:nvSpPr>
            <p:spPr>
              <a:xfrm>
                <a:off x="4876800" y="609600"/>
                <a:ext cx="990600" cy="1219200"/>
              </a:xfrm>
              <a:prstGeom prst="cube">
                <a:avLst>
                  <a:gd name="adj" fmla="val 25000"/>
                </a:avLst>
              </a:prstGeom>
              <a:solidFill>
                <a:srgbClr val="00B0F0">
                  <a:alpha val="45097"/>
                </a:srgbClr>
              </a:solidFill>
              <a:ln w="9525" cap="flat" cmpd="sng">
                <a:solidFill>
                  <a:schemeClr val="tx1"/>
                </a:solidFill>
                <a:prstDash val="solid"/>
                <a:round/>
                <a:headEnd type="none" w="med" len="med"/>
                <a:tailEnd type="none" w="med" len="med"/>
              </a:ln>
            </p:spPr>
            <p:txBody>
              <a:bodyPr/>
              <a:lstStyle/>
              <a:p>
                <a:r>
                  <a:rPr lang="en-US" altLang="x-none" dirty="0">
                    <a:solidFill>
                      <a:schemeClr val="tx1"/>
                    </a:solidFill>
                    <a:latin typeface="Comic Sans MS" panose="030F0702030302020204" pitchFamily="66" charset="0"/>
                  </a:rPr>
                  <a:t>AS</a:t>
                </a:r>
              </a:p>
            </p:txBody>
          </p:sp>
          <p:cxnSp>
            <p:nvCxnSpPr>
              <p:cNvPr id="48165" name="Straight Arrow Connector 29"/>
              <p:cNvCxnSpPr>
                <a:stCxn id="48164" idx="5"/>
                <a:endCxn id="48162" idx="2"/>
              </p:cNvCxnSpPr>
              <p:nvPr/>
            </p:nvCxnSpPr>
            <p:spPr>
              <a:xfrm flipV="1">
                <a:off x="5867400" y="1028700"/>
                <a:ext cx="381000" cy="66675"/>
              </a:xfrm>
              <a:prstGeom prst="straightConnector1">
                <a:avLst/>
              </a:prstGeom>
              <a:ln w="9525" cap="flat" cmpd="sng">
                <a:solidFill>
                  <a:schemeClr val="tx1"/>
                </a:solidFill>
                <a:prstDash val="solid"/>
                <a:headEnd type="arrow" w="med" len="med"/>
                <a:tailEnd type="arrow" w="med" len="med"/>
              </a:ln>
            </p:spPr>
          </p:cxnSp>
          <p:grpSp>
            <p:nvGrpSpPr>
              <p:cNvPr id="48166" name="Group 39"/>
              <p:cNvGrpSpPr/>
              <p:nvPr/>
            </p:nvGrpSpPr>
            <p:grpSpPr>
              <a:xfrm>
                <a:off x="4876800" y="1295400"/>
                <a:ext cx="1066797" cy="457200"/>
                <a:chOff x="4168858" y="4343400"/>
                <a:chExt cx="784142" cy="533400"/>
              </a:xfrm>
            </p:grpSpPr>
            <p:pic>
              <p:nvPicPr>
                <p:cNvPr id="48167" name="Picture 7" descr="enter image description here"/>
                <p:cNvPicPr>
                  <a:picLocks noChangeAspect="1"/>
                </p:cNvPicPr>
                <p:nvPr/>
              </p:nvPicPr>
              <p:blipFill>
                <a:blip r:embed="rId2"/>
                <a:stretch>
                  <a:fillRect/>
                </a:stretch>
              </p:blipFill>
              <p:spPr>
                <a:xfrm>
                  <a:off x="4419600" y="4343400"/>
                  <a:ext cx="533400" cy="533400"/>
                </a:xfrm>
                <a:prstGeom prst="rect">
                  <a:avLst/>
                </a:prstGeom>
                <a:noFill/>
                <a:ln w="9525">
                  <a:noFill/>
                </a:ln>
              </p:spPr>
            </p:pic>
            <p:sp>
              <p:nvSpPr>
                <p:cNvPr id="48168" name="TextBox 101"/>
                <p:cNvSpPr txBox="1"/>
                <p:nvPr/>
              </p:nvSpPr>
              <p:spPr>
                <a:xfrm>
                  <a:off x="4168858" y="4375868"/>
                  <a:ext cx="685800" cy="424732"/>
                </a:xfrm>
                <a:prstGeom prst="rect">
                  <a:avLst/>
                </a:prstGeom>
                <a:noFill/>
                <a:ln w="9525">
                  <a:noFill/>
                </a:ln>
              </p:spPr>
              <p:txBody>
                <a:bodyPr>
                  <a:spAutoFit/>
                </a:bodyPr>
                <a:lstStyle/>
                <a:p>
                  <a:r>
                    <a:rPr lang="sv-SE" altLang="x-none" sz="2400" dirty="0">
                      <a:solidFill>
                        <a:srgbClr val="FF0000"/>
                      </a:solidFill>
                      <a:latin typeface="Comic Sans MS" panose="030F0702030302020204" pitchFamily="66" charset="0"/>
                    </a:rPr>
                    <a:t>K</a:t>
                  </a:r>
                  <a:r>
                    <a:rPr lang="sv-SE" altLang="x-none" sz="2400" baseline="-26000" dirty="0">
                      <a:solidFill>
                        <a:srgbClr val="FF0000"/>
                      </a:solidFill>
                      <a:latin typeface="Comic Sans MS" panose="030F0702030302020204" pitchFamily="66" charset="0"/>
                    </a:rPr>
                    <a:t>tgs</a:t>
                  </a:r>
                  <a:endParaRPr lang="en-US" altLang="x-none" sz="2400" baseline="-26000" dirty="0">
                    <a:solidFill>
                      <a:srgbClr val="FF0000"/>
                    </a:solidFill>
                    <a:latin typeface="Comic Sans MS" panose="030F0702030302020204" pitchFamily="66" charset="0"/>
                  </a:endParaRPr>
                </a:p>
              </p:txBody>
            </p:sp>
          </p:grpSp>
        </p:grpSp>
      </p:grpSp>
      <p:grpSp>
        <p:nvGrpSpPr>
          <p:cNvPr id="21" name="Group 114"/>
          <p:cNvGrpSpPr/>
          <p:nvPr/>
        </p:nvGrpSpPr>
        <p:grpSpPr>
          <a:xfrm>
            <a:off x="4876800" y="2667000"/>
            <a:ext cx="1006475" cy="1371600"/>
            <a:chOff x="4876800" y="2667000"/>
            <a:chExt cx="1005842" cy="1371600"/>
          </a:xfrm>
        </p:grpSpPr>
        <p:sp>
          <p:nvSpPr>
            <p:cNvPr id="48154" name="Cube 37"/>
            <p:cNvSpPr/>
            <p:nvPr/>
          </p:nvSpPr>
          <p:spPr>
            <a:xfrm>
              <a:off x="4876800" y="2743200"/>
              <a:ext cx="990600" cy="1219200"/>
            </a:xfrm>
            <a:prstGeom prst="cube">
              <a:avLst>
                <a:gd name="adj" fmla="val 25000"/>
              </a:avLst>
            </a:prstGeom>
            <a:solidFill>
              <a:srgbClr val="00B0F0">
                <a:alpha val="45097"/>
              </a:srgbClr>
            </a:solidFill>
            <a:ln w="9525" cap="flat" cmpd="sng">
              <a:solidFill>
                <a:schemeClr val="tx1"/>
              </a:solidFill>
              <a:prstDash val="solid"/>
              <a:round/>
              <a:headEnd type="none" w="med" len="med"/>
              <a:tailEnd type="none" w="med" len="med"/>
            </a:ln>
          </p:spPr>
          <p:txBody>
            <a:bodyPr/>
            <a:lstStyle/>
            <a:p>
              <a:endParaRPr lang="en-US" altLang="x-none" sz="2000" dirty="0">
                <a:solidFill>
                  <a:schemeClr val="tx1"/>
                </a:solidFill>
                <a:latin typeface="Comic Sans MS" panose="030F0702030302020204" pitchFamily="66" charset="0"/>
              </a:endParaRPr>
            </a:p>
          </p:txBody>
        </p:sp>
        <p:grpSp>
          <p:nvGrpSpPr>
            <p:cNvPr id="48155" name="Group 39"/>
            <p:cNvGrpSpPr/>
            <p:nvPr/>
          </p:nvGrpSpPr>
          <p:grpSpPr>
            <a:xfrm>
              <a:off x="4953000" y="3429000"/>
              <a:ext cx="762000" cy="609600"/>
              <a:chOff x="4191000" y="4267200"/>
              <a:chExt cx="762000" cy="609600"/>
            </a:xfrm>
          </p:grpSpPr>
          <p:pic>
            <p:nvPicPr>
              <p:cNvPr id="48160" name="Picture 7" descr="enter image description here"/>
              <p:cNvPicPr>
                <a:picLocks noChangeAspect="1"/>
              </p:cNvPicPr>
              <p:nvPr/>
            </p:nvPicPr>
            <p:blipFill>
              <a:blip r:embed="rId2"/>
              <a:stretch>
                <a:fillRect/>
              </a:stretch>
            </p:blipFill>
            <p:spPr>
              <a:xfrm>
                <a:off x="4419600" y="4343400"/>
                <a:ext cx="533400" cy="533400"/>
              </a:xfrm>
              <a:prstGeom prst="rect">
                <a:avLst/>
              </a:prstGeom>
              <a:noFill/>
              <a:ln w="9525">
                <a:noFill/>
              </a:ln>
            </p:spPr>
          </p:pic>
          <p:sp>
            <p:nvSpPr>
              <p:cNvPr id="48161" name="TextBox 58"/>
              <p:cNvSpPr txBox="1"/>
              <p:nvPr/>
            </p:nvSpPr>
            <p:spPr>
              <a:xfrm>
                <a:off x="4191000" y="4267200"/>
                <a:ext cx="609600" cy="480131"/>
              </a:xfrm>
              <a:prstGeom prst="rect">
                <a:avLst/>
              </a:prstGeom>
              <a:noFill/>
              <a:ln w="9525">
                <a:noFill/>
              </a:ln>
            </p:spPr>
            <p:txBody>
              <a:bodyPr>
                <a:spAutoFit/>
              </a:bodyPr>
              <a:lstStyle/>
              <a:p>
                <a:r>
                  <a:rPr lang="sv-SE" altLang="x-none" sz="3200" baseline="-25000" dirty="0">
                    <a:solidFill>
                      <a:srgbClr val="000000"/>
                    </a:solidFill>
                    <a:latin typeface="Comic Sans MS" panose="030F0702030302020204" pitchFamily="66" charset="0"/>
                  </a:rPr>
                  <a:t>K</a:t>
                </a:r>
                <a:r>
                  <a:rPr lang="sv-SE" altLang="x-none" baseline="-25000" dirty="0">
                    <a:solidFill>
                      <a:srgbClr val="000000"/>
                    </a:solidFill>
                    <a:latin typeface="Comic Sans MS" panose="030F0702030302020204" pitchFamily="66" charset="0"/>
                  </a:rPr>
                  <a:t>v</a:t>
                </a:r>
                <a:endParaRPr lang="en-US" altLang="x-none" sz="3200" dirty="0">
                  <a:latin typeface="Comic Sans MS" panose="030F0702030302020204" pitchFamily="66" charset="0"/>
                </a:endParaRPr>
              </a:p>
            </p:txBody>
          </p:sp>
        </p:grpSp>
        <p:grpSp>
          <p:nvGrpSpPr>
            <p:cNvPr id="48156" name="Group 39"/>
            <p:cNvGrpSpPr/>
            <p:nvPr/>
          </p:nvGrpSpPr>
          <p:grpSpPr>
            <a:xfrm>
              <a:off x="4876800" y="3048000"/>
              <a:ext cx="1005842" cy="381000"/>
              <a:chOff x="4224867" y="4343400"/>
              <a:chExt cx="728133" cy="533400"/>
            </a:xfrm>
          </p:grpSpPr>
          <p:pic>
            <p:nvPicPr>
              <p:cNvPr id="48158" name="Picture 7" descr="enter image description here"/>
              <p:cNvPicPr>
                <a:picLocks noChangeAspect="1"/>
              </p:cNvPicPr>
              <p:nvPr/>
            </p:nvPicPr>
            <p:blipFill>
              <a:blip r:embed="rId2"/>
              <a:stretch>
                <a:fillRect/>
              </a:stretch>
            </p:blipFill>
            <p:spPr>
              <a:xfrm>
                <a:off x="4419600" y="4343400"/>
                <a:ext cx="533400" cy="533400"/>
              </a:xfrm>
              <a:prstGeom prst="rect">
                <a:avLst/>
              </a:prstGeom>
              <a:noFill/>
              <a:ln w="9525">
                <a:noFill/>
              </a:ln>
            </p:spPr>
          </p:pic>
          <p:sp>
            <p:nvSpPr>
              <p:cNvPr id="48159" name="TextBox 98"/>
              <p:cNvSpPr txBox="1"/>
              <p:nvPr/>
            </p:nvSpPr>
            <p:spPr>
              <a:xfrm>
                <a:off x="4224867" y="4375868"/>
                <a:ext cx="685800" cy="424732"/>
              </a:xfrm>
              <a:prstGeom prst="rect">
                <a:avLst/>
              </a:prstGeom>
              <a:noFill/>
              <a:ln w="9525">
                <a:noFill/>
              </a:ln>
            </p:spPr>
            <p:txBody>
              <a:bodyPr>
                <a:spAutoFit/>
              </a:bodyPr>
              <a:lstStyle/>
              <a:p>
                <a:r>
                  <a:rPr lang="sv-SE" altLang="x-none" sz="2400" dirty="0">
                    <a:solidFill>
                      <a:srgbClr val="FF0000"/>
                    </a:solidFill>
                    <a:latin typeface="Comic Sans MS" panose="030F0702030302020204" pitchFamily="66" charset="0"/>
                  </a:rPr>
                  <a:t>K</a:t>
                </a:r>
                <a:r>
                  <a:rPr lang="sv-SE" altLang="x-none" sz="2400" baseline="-26000" dirty="0">
                    <a:solidFill>
                      <a:srgbClr val="FF0000"/>
                    </a:solidFill>
                    <a:latin typeface="Comic Sans MS" panose="030F0702030302020204" pitchFamily="66" charset="0"/>
                  </a:rPr>
                  <a:t>tgs</a:t>
                </a:r>
                <a:endParaRPr lang="en-US" altLang="x-none" sz="2400" baseline="-26000" dirty="0">
                  <a:solidFill>
                    <a:srgbClr val="FF0000"/>
                  </a:solidFill>
                  <a:latin typeface="Comic Sans MS" panose="030F0702030302020204" pitchFamily="66" charset="0"/>
                </a:endParaRPr>
              </a:p>
            </p:txBody>
          </p:sp>
        </p:grpSp>
        <p:sp>
          <p:nvSpPr>
            <p:cNvPr id="48157" name="Rectangle 102"/>
            <p:cNvSpPr/>
            <p:nvPr/>
          </p:nvSpPr>
          <p:spPr>
            <a:xfrm>
              <a:off x="5029201" y="2667000"/>
              <a:ext cx="762000" cy="369332"/>
            </a:xfrm>
            <a:prstGeom prst="rect">
              <a:avLst/>
            </a:prstGeom>
            <a:noFill/>
            <a:ln w="9525">
              <a:noFill/>
            </a:ln>
          </p:spPr>
          <p:txBody>
            <a:bodyPr>
              <a:spAutoFit/>
            </a:bodyPr>
            <a:lstStyle/>
            <a:p>
              <a:r>
                <a:rPr lang="en-US" altLang="x-none" sz="2000" dirty="0">
                  <a:solidFill>
                    <a:schemeClr val="tx1"/>
                  </a:solidFill>
                  <a:latin typeface="Comic Sans MS" panose="030F0702030302020204" pitchFamily="66" charset="0"/>
                </a:rPr>
                <a:t>TGS</a:t>
              </a:r>
            </a:p>
          </p:txBody>
        </p:sp>
      </p:grpSp>
      <p:sp>
        <p:nvSpPr>
          <p:cNvPr id="109" name="TextBox 108"/>
          <p:cNvSpPr txBox="1"/>
          <p:nvPr/>
        </p:nvSpPr>
        <p:spPr>
          <a:xfrm>
            <a:off x="990600" y="5715000"/>
            <a:ext cx="6858000" cy="1015663"/>
          </a:xfrm>
          <a:prstGeom prst="rect">
            <a:avLst/>
          </a:prstGeom>
          <a:solidFill>
            <a:schemeClr val="accent2">
              <a:lumMod val="40000"/>
              <a:lumOff val="60000"/>
            </a:schemeClr>
          </a:solidFill>
        </p:spPr>
        <p:txBody>
          <a:bodyPr wrap="square">
            <a:spAutoFit/>
          </a:bodyPr>
          <a:lstStyle/>
          <a:p>
            <a:pPr marR="0" defTabSz="449580">
              <a:buClr>
                <a:srgbClr val="000000"/>
              </a:buClr>
              <a:buSzPct val="100000"/>
              <a:buFont typeface="Times New Roman" panose="02020603050405020304" pitchFamily="18" charset="0"/>
              <a:buNone/>
              <a:defRPr/>
            </a:pPr>
            <a:r>
              <a:rPr kumimoji="0" lang="sv-SE" sz="2000" kern="1200" cap="none" spc="0" normalizeH="0" baseline="0" noProof="0" dirty="0">
                <a:solidFill>
                  <a:srgbClr val="000000"/>
                </a:solidFill>
                <a:latin typeface="Comic Sans MS" panose="030F0702030302020204" pitchFamily="66" charset="0"/>
                <a:ea typeface="+mn-ea"/>
                <a:cs typeface="+mn-cs"/>
              </a:rPr>
              <a:t>K</a:t>
            </a:r>
            <a:r>
              <a:rPr kumimoji="0" lang="sv-SE" sz="2000" kern="1200" cap="none" spc="0" normalizeH="0" baseline="-25000" noProof="0" dirty="0">
                <a:solidFill>
                  <a:srgbClr val="000000"/>
                </a:solidFill>
                <a:latin typeface="Comic Sans MS" panose="030F0702030302020204" pitchFamily="66" charset="0"/>
                <a:ea typeface="+mn-ea"/>
                <a:cs typeface="+mn-cs"/>
              </a:rPr>
              <a:t>c</a:t>
            </a:r>
            <a:r>
              <a:rPr kumimoji="0" lang="en-US" sz="2000" kern="1200" cap="none" spc="0" normalizeH="0" baseline="0" noProof="0" dirty="0">
                <a:solidFill>
                  <a:schemeClr val="tx1"/>
                </a:solidFill>
                <a:latin typeface="Comic Sans MS" panose="030F0702030302020204" pitchFamily="66" charset="0"/>
                <a:ea typeface="+mn-ea"/>
                <a:cs typeface="+mn-cs"/>
              </a:rPr>
              <a:t>=f(P</a:t>
            </a:r>
            <a:r>
              <a:rPr kumimoji="0" lang="sv-SE" sz="2000" kern="1200" cap="none" spc="0" normalizeH="0" baseline="-25000" noProof="0" dirty="0">
                <a:solidFill>
                  <a:srgbClr val="000000"/>
                </a:solidFill>
                <a:latin typeface="Comic Sans MS" panose="030F0702030302020204" pitchFamily="66" charset="0"/>
                <a:ea typeface="+mn-ea"/>
                <a:cs typeface="+mn-cs"/>
              </a:rPr>
              <a:t>c</a:t>
            </a:r>
            <a:r>
              <a:rPr kumimoji="0" lang="en-US" sz="2000" kern="1200" cap="none" spc="0" normalizeH="0" baseline="0" noProof="0" dirty="0">
                <a:solidFill>
                  <a:schemeClr val="tx1"/>
                </a:solidFill>
                <a:latin typeface="Comic Sans MS" panose="030F0702030302020204" pitchFamily="66" charset="0"/>
                <a:ea typeface="+mn-ea"/>
                <a:cs typeface="+mn-cs"/>
              </a:rPr>
              <a:t>)</a:t>
            </a:r>
          </a:p>
          <a:p>
            <a:pPr marR="0" defTabSz="449580">
              <a:buClr>
                <a:srgbClr val="000000"/>
              </a:buClr>
              <a:buSzPct val="100000"/>
              <a:buFont typeface="Times New Roman" panose="02020603050405020304" pitchFamily="18" charset="0"/>
              <a:buNone/>
              <a:defRPr/>
            </a:pPr>
            <a:r>
              <a:rPr kumimoji="0" lang="sv-SE" sz="2000" kern="1200" cap="none" spc="0" normalizeH="0" baseline="0" noProof="0" dirty="0">
                <a:solidFill>
                  <a:srgbClr val="000000"/>
                </a:solidFill>
                <a:latin typeface="Comic Sans MS" panose="030F0702030302020204" pitchFamily="66" charset="0"/>
                <a:ea typeface="+mn-ea"/>
                <a:cs typeface="+mn-cs"/>
              </a:rPr>
              <a:t>Ticket</a:t>
            </a:r>
            <a:r>
              <a:rPr kumimoji="0" lang="sv-SE" sz="2000" kern="1200" cap="none" spc="0" normalizeH="0" baseline="-25000" noProof="0" dirty="0">
                <a:solidFill>
                  <a:srgbClr val="000000"/>
                </a:solidFill>
                <a:latin typeface="Comic Sans MS" panose="030F0702030302020204" pitchFamily="66" charset="0"/>
                <a:ea typeface="+mn-ea"/>
                <a:cs typeface="+mn-cs"/>
              </a:rPr>
              <a:t>tgs</a:t>
            </a:r>
            <a:r>
              <a:rPr kumimoji="0" lang="sv-SE" sz="2000" kern="1200" cap="none" spc="0" normalizeH="0" baseline="0" noProof="0" dirty="0">
                <a:solidFill>
                  <a:srgbClr val="000000"/>
                </a:solidFill>
                <a:latin typeface="Comic Sans MS" panose="030F0702030302020204" pitchFamily="66" charset="0"/>
                <a:ea typeface="+mn-ea"/>
                <a:cs typeface="+mn-cs"/>
              </a:rPr>
              <a:t>= E(</a:t>
            </a:r>
            <a:r>
              <a:rPr kumimoji="0" lang="sv-SE" sz="2000" kern="1200" cap="none" spc="0" normalizeH="0" baseline="0" noProof="0" dirty="0">
                <a:solidFill>
                  <a:srgbClr val="FF0000"/>
                </a:solidFill>
                <a:latin typeface="Comic Sans MS" panose="030F0702030302020204" pitchFamily="66" charset="0"/>
                <a:ea typeface="+mn-ea"/>
                <a:cs typeface="+mn-cs"/>
              </a:rPr>
              <a:t>K</a:t>
            </a:r>
            <a:r>
              <a:rPr kumimoji="0" lang="sv-SE" sz="2000" kern="1200" cap="none" spc="0" normalizeH="0" baseline="-26000" noProof="0" dirty="0">
                <a:solidFill>
                  <a:srgbClr val="FF0000"/>
                </a:solidFill>
                <a:latin typeface="Comic Sans MS" panose="030F0702030302020204" pitchFamily="66" charset="0"/>
                <a:ea typeface="+mn-ea"/>
                <a:cs typeface="+mn-cs"/>
              </a:rPr>
              <a:t>tgs</a:t>
            </a:r>
            <a:r>
              <a:rPr kumimoji="0" lang="en-US" sz="2000" kern="1200" cap="none" spc="0" normalizeH="0" baseline="-26000" noProof="0" dirty="0">
                <a:solidFill>
                  <a:srgbClr val="FF0000"/>
                </a:solidFill>
                <a:latin typeface="Comic Sans MS" panose="030F0702030302020204" pitchFamily="66" charset="0"/>
                <a:ea typeface="+mn-ea"/>
                <a:cs typeface="+mn-cs"/>
              </a:rPr>
              <a:t>,</a:t>
            </a:r>
            <a:r>
              <a:rPr kumimoji="0" lang="sv-SE" sz="2000" kern="1200" cap="none" spc="0" normalizeH="0" baseline="0" noProof="0" dirty="0">
                <a:solidFill>
                  <a:srgbClr val="000000"/>
                </a:solidFill>
                <a:latin typeface="Comic Sans MS" panose="030F0702030302020204" pitchFamily="66" charset="0"/>
                <a:ea typeface="+mn-ea"/>
                <a:cs typeface="+mn-cs"/>
              </a:rPr>
              <a:t>[</a:t>
            </a:r>
            <a:r>
              <a:rPr kumimoji="0" lang="en-US" sz="2000" kern="1200" cap="none" spc="0" normalizeH="0" baseline="0" noProof="0" dirty="0">
                <a:solidFill>
                  <a:srgbClr val="000000"/>
                </a:solidFill>
                <a:latin typeface="Comic Sans MS" panose="030F0702030302020204" pitchFamily="66" charset="0"/>
                <a:ea typeface="+mn-ea"/>
                <a:cs typeface="+mn-cs"/>
              </a:rPr>
              <a:t>I</a:t>
            </a:r>
            <a:r>
              <a:rPr kumimoji="0" lang="sv-SE" sz="2000" kern="1200" cap="none" spc="0" normalizeH="0" baseline="0" noProof="0" dirty="0">
                <a:solidFill>
                  <a:srgbClr val="000000"/>
                </a:solidFill>
                <a:latin typeface="Comic Sans MS" panose="030F0702030302020204" pitchFamily="66" charset="0"/>
                <a:ea typeface="+mn-ea"/>
                <a:cs typeface="+mn-cs"/>
              </a:rPr>
              <a:t>D</a:t>
            </a:r>
            <a:r>
              <a:rPr kumimoji="0" lang="en-US" sz="1800" kern="1200" cap="none" spc="0" normalizeH="0" baseline="0" noProof="0" dirty="0">
                <a:solidFill>
                  <a:srgbClr val="000000"/>
                </a:solidFill>
                <a:latin typeface="Comic Sans MS" panose="030F0702030302020204" pitchFamily="66" charset="0"/>
                <a:ea typeface="+mn-ea"/>
                <a:cs typeface="+mn-cs"/>
              </a:rPr>
              <a:t>c </a:t>
            </a:r>
            <a:r>
              <a:rPr kumimoji="0" lang="sv-SE" sz="2000" kern="1200" cap="none" spc="0" normalizeH="0" baseline="0" noProof="0" dirty="0">
                <a:solidFill>
                  <a:srgbClr val="000000"/>
                </a:solidFill>
                <a:latin typeface="Comic Sans MS" panose="030F0702030302020204" pitchFamily="66" charset="0"/>
                <a:ea typeface="+mn-ea"/>
                <a:cs typeface="+mn-cs"/>
              </a:rPr>
              <a:t>|| AD</a:t>
            </a:r>
            <a:r>
              <a:rPr kumimoji="0" lang="sv-SE" sz="2000" kern="1200" cap="none" spc="0" normalizeH="0" baseline="-25000" noProof="0" dirty="0">
                <a:solidFill>
                  <a:srgbClr val="000000"/>
                </a:solidFill>
                <a:latin typeface="Comic Sans MS" panose="030F0702030302020204" pitchFamily="66" charset="0"/>
                <a:ea typeface="+mn-ea"/>
                <a:cs typeface="+mn-cs"/>
              </a:rPr>
              <a:t>c</a:t>
            </a:r>
            <a:r>
              <a:rPr kumimoji="0" lang="sv-SE" sz="2000" kern="1200" cap="none" spc="0" normalizeH="0" baseline="0" noProof="0" dirty="0">
                <a:solidFill>
                  <a:srgbClr val="000000"/>
                </a:solidFill>
                <a:latin typeface="Comic Sans MS" panose="030F0702030302020204" pitchFamily="66" charset="0"/>
                <a:ea typeface="+mn-ea"/>
                <a:cs typeface="+mn-cs"/>
              </a:rPr>
              <a:t>||</a:t>
            </a:r>
            <a:r>
              <a:rPr kumimoji="0" lang="en-US" sz="2000" kern="1200" cap="none" spc="0" normalizeH="0" baseline="0" noProof="0" dirty="0">
                <a:solidFill>
                  <a:srgbClr val="000000"/>
                </a:solidFill>
                <a:latin typeface="Comic Sans MS" panose="030F0702030302020204" pitchFamily="66" charset="0"/>
                <a:ea typeface="+mn-ea"/>
                <a:cs typeface="+mn-cs"/>
              </a:rPr>
              <a:t>I</a:t>
            </a:r>
            <a:r>
              <a:rPr kumimoji="0" lang="sv-SE" sz="2000" kern="1200" cap="none" spc="0" normalizeH="0" baseline="0" noProof="0" dirty="0">
                <a:solidFill>
                  <a:srgbClr val="000000"/>
                </a:solidFill>
                <a:latin typeface="Comic Sans MS" panose="030F0702030302020204" pitchFamily="66" charset="0"/>
                <a:ea typeface="+mn-ea"/>
                <a:cs typeface="+mn-cs"/>
              </a:rPr>
              <a:t>D</a:t>
            </a:r>
            <a:r>
              <a:rPr kumimoji="0" lang="en-US" sz="1800" kern="1200" cap="none" spc="0" normalizeH="0" baseline="-25000" noProof="0" dirty="0">
                <a:solidFill>
                  <a:srgbClr val="000000"/>
                </a:solidFill>
                <a:latin typeface="Comic Sans MS" panose="030F0702030302020204" pitchFamily="66" charset="0"/>
                <a:ea typeface="+mn-ea"/>
                <a:cs typeface="+mn-cs"/>
              </a:rPr>
              <a:t>tgs</a:t>
            </a:r>
            <a:r>
              <a:rPr kumimoji="0" lang="sv-SE" sz="2000" kern="1200" cap="none" spc="0" normalizeH="0" baseline="0" noProof="0" dirty="0">
                <a:solidFill>
                  <a:srgbClr val="000000"/>
                </a:solidFill>
                <a:latin typeface="Comic Sans MS" panose="030F0702030302020204" pitchFamily="66" charset="0"/>
                <a:ea typeface="+mn-ea"/>
                <a:cs typeface="+mn-cs"/>
              </a:rPr>
              <a:t>||TS</a:t>
            </a:r>
            <a:r>
              <a:rPr kumimoji="0" lang="sv-SE" sz="2000" kern="1200" cap="none" spc="0" normalizeH="0" baseline="-25000" noProof="0" dirty="0">
                <a:solidFill>
                  <a:srgbClr val="000000"/>
                </a:solidFill>
                <a:latin typeface="Comic Sans MS" panose="030F0702030302020204" pitchFamily="66" charset="0"/>
                <a:ea typeface="+mn-ea"/>
                <a:cs typeface="+mn-cs"/>
              </a:rPr>
              <a:t>1</a:t>
            </a:r>
            <a:r>
              <a:rPr kumimoji="0" lang="sv-SE" sz="2000" kern="1200" cap="none" spc="0" normalizeH="0" baseline="0" noProof="0" dirty="0">
                <a:solidFill>
                  <a:srgbClr val="000000"/>
                </a:solidFill>
                <a:latin typeface="Comic Sans MS" panose="030F0702030302020204" pitchFamily="66" charset="0"/>
                <a:ea typeface="+mn-ea"/>
                <a:cs typeface="+mn-cs"/>
              </a:rPr>
              <a:t>||Lifetime</a:t>
            </a:r>
            <a:r>
              <a:rPr kumimoji="0" lang="sv-SE" sz="2000" kern="1200" cap="none" spc="0" normalizeH="0" baseline="-25000" noProof="0" dirty="0">
                <a:solidFill>
                  <a:srgbClr val="000000"/>
                </a:solidFill>
                <a:latin typeface="Comic Sans MS" panose="030F0702030302020204" pitchFamily="66" charset="0"/>
                <a:ea typeface="+mn-ea"/>
                <a:cs typeface="+mn-cs"/>
              </a:rPr>
              <a:t>1</a:t>
            </a:r>
            <a:r>
              <a:rPr kumimoji="0" lang="sv-SE" sz="2000" kern="1200" cap="none" spc="0" normalizeH="0" baseline="0" noProof="0" dirty="0">
                <a:solidFill>
                  <a:srgbClr val="000000"/>
                </a:solidFill>
                <a:latin typeface="Comic Sans MS" panose="030F0702030302020204" pitchFamily="66" charset="0"/>
                <a:ea typeface="+mn-ea"/>
                <a:cs typeface="+mn-cs"/>
              </a:rPr>
              <a:t>]) </a:t>
            </a:r>
          </a:p>
          <a:p>
            <a:pPr marR="0" defTabSz="449580">
              <a:buClr>
                <a:srgbClr val="000000"/>
              </a:buClr>
              <a:buSzPct val="100000"/>
              <a:buFont typeface="Times New Roman" panose="02020603050405020304" pitchFamily="18" charset="0"/>
              <a:buNone/>
              <a:defRPr/>
            </a:pPr>
            <a:r>
              <a:rPr kumimoji="0" lang="sv-SE" sz="2000" kern="1200" cap="none" spc="0" normalizeH="0" baseline="0" noProof="0" dirty="0">
                <a:solidFill>
                  <a:srgbClr val="000000"/>
                </a:solidFill>
                <a:latin typeface="Comic Sans MS" panose="030F0702030302020204" pitchFamily="66" charset="0"/>
                <a:ea typeface="+mn-ea"/>
                <a:cs typeface="+mn-cs"/>
              </a:rPr>
              <a:t>Ticket</a:t>
            </a:r>
            <a:r>
              <a:rPr kumimoji="0" lang="sv-SE" sz="2000" kern="1200" cap="none" spc="0" normalizeH="0" baseline="-25000" noProof="0" dirty="0">
                <a:solidFill>
                  <a:srgbClr val="000000"/>
                </a:solidFill>
                <a:latin typeface="Comic Sans MS" panose="030F0702030302020204" pitchFamily="66" charset="0"/>
                <a:ea typeface="+mn-ea"/>
                <a:cs typeface="+mn-cs"/>
              </a:rPr>
              <a:t>v</a:t>
            </a:r>
            <a:r>
              <a:rPr kumimoji="0" lang="sv-SE" sz="2000" kern="1200" cap="none" spc="0" normalizeH="0" baseline="0" noProof="0" dirty="0">
                <a:solidFill>
                  <a:srgbClr val="000000"/>
                </a:solidFill>
                <a:latin typeface="Comic Sans MS" panose="030F0702030302020204" pitchFamily="66" charset="0"/>
                <a:ea typeface="+mn-ea"/>
                <a:cs typeface="+mn-cs"/>
              </a:rPr>
              <a:t>= E(</a:t>
            </a:r>
            <a:r>
              <a:rPr kumimoji="0" lang="sv-SE" sz="2000" kern="1200" cap="none" spc="0" normalizeH="0" baseline="0" noProof="0" dirty="0">
                <a:solidFill>
                  <a:srgbClr val="FF0000"/>
                </a:solidFill>
                <a:latin typeface="Comic Sans MS" panose="030F0702030302020204" pitchFamily="66" charset="0"/>
                <a:ea typeface="+mn-ea"/>
                <a:cs typeface="+mn-cs"/>
              </a:rPr>
              <a:t>K</a:t>
            </a:r>
            <a:r>
              <a:rPr kumimoji="0" lang="sv-SE" sz="2000" kern="1200" cap="none" spc="0" normalizeH="0" baseline="-26000" noProof="0" dirty="0">
                <a:solidFill>
                  <a:srgbClr val="FF0000"/>
                </a:solidFill>
                <a:latin typeface="Comic Sans MS" panose="030F0702030302020204" pitchFamily="66" charset="0"/>
                <a:ea typeface="+mn-ea"/>
                <a:cs typeface="+mn-cs"/>
              </a:rPr>
              <a:t>v</a:t>
            </a:r>
            <a:r>
              <a:rPr kumimoji="0" lang="en-US" sz="2000" kern="1200" cap="none" spc="0" normalizeH="0" baseline="-26000" noProof="0" dirty="0">
                <a:solidFill>
                  <a:srgbClr val="FF0000"/>
                </a:solidFill>
                <a:latin typeface="Comic Sans MS" panose="030F0702030302020204" pitchFamily="66" charset="0"/>
                <a:ea typeface="+mn-ea"/>
                <a:cs typeface="+mn-cs"/>
              </a:rPr>
              <a:t>,</a:t>
            </a:r>
            <a:r>
              <a:rPr kumimoji="0" lang="sv-SE" sz="2000" kern="1200" cap="none" spc="0" normalizeH="0" baseline="0" noProof="0" dirty="0">
                <a:solidFill>
                  <a:srgbClr val="000000"/>
                </a:solidFill>
                <a:latin typeface="Comic Sans MS" panose="030F0702030302020204" pitchFamily="66" charset="0"/>
                <a:ea typeface="+mn-ea"/>
                <a:cs typeface="+mn-cs"/>
              </a:rPr>
              <a:t>[</a:t>
            </a:r>
            <a:r>
              <a:rPr kumimoji="0" lang="en-US" sz="2000" kern="1200" cap="none" spc="0" normalizeH="0" baseline="0" noProof="0" dirty="0">
                <a:solidFill>
                  <a:srgbClr val="000000"/>
                </a:solidFill>
                <a:latin typeface="Comic Sans MS" panose="030F0702030302020204" pitchFamily="66" charset="0"/>
                <a:ea typeface="+mn-ea"/>
                <a:cs typeface="+mn-cs"/>
              </a:rPr>
              <a:t>I</a:t>
            </a:r>
            <a:r>
              <a:rPr kumimoji="0" lang="sv-SE" sz="2000" kern="1200" cap="none" spc="0" normalizeH="0" baseline="0" noProof="0" dirty="0">
                <a:solidFill>
                  <a:srgbClr val="000000"/>
                </a:solidFill>
                <a:latin typeface="Comic Sans MS" panose="030F0702030302020204" pitchFamily="66" charset="0"/>
                <a:ea typeface="+mn-ea"/>
                <a:cs typeface="+mn-cs"/>
              </a:rPr>
              <a:t>D</a:t>
            </a:r>
            <a:r>
              <a:rPr kumimoji="0" lang="en-US" sz="1800" kern="1200" cap="none" spc="0" normalizeH="0" baseline="0" noProof="0" dirty="0">
                <a:solidFill>
                  <a:srgbClr val="000000"/>
                </a:solidFill>
                <a:latin typeface="Comic Sans MS" panose="030F0702030302020204" pitchFamily="66" charset="0"/>
                <a:ea typeface="+mn-ea"/>
                <a:cs typeface="+mn-cs"/>
              </a:rPr>
              <a:t>c </a:t>
            </a:r>
            <a:r>
              <a:rPr kumimoji="0" lang="sv-SE" sz="2000" kern="1200" cap="none" spc="0" normalizeH="0" baseline="0" noProof="0" dirty="0">
                <a:solidFill>
                  <a:srgbClr val="000000"/>
                </a:solidFill>
                <a:latin typeface="Comic Sans MS" panose="030F0702030302020204" pitchFamily="66" charset="0"/>
                <a:ea typeface="+mn-ea"/>
                <a:cs typeface="+mn-cs"/>
              </a:rPr>
              <a:t>|| AD</a:t>
            </a:r>
            <a:r>
              <a:rPr kumimoji="0" lang="sv-SE" sz="2000" kern="1200" cap="none" spc="0" normalizeH="0" baseline="-25000" noProof="0" dirty="0">
                <a:solidFill>
                  <a:srgbClr val="000000"/>
                </a:solidFill>
                <a:latin typeface="Comic Sans MS" panose="030F0702030302020204" pitchFamily="66" charset="0"/>
                <a:ea typeface="+mn-ea"/>
                <a:cs typeface="+mn-cs"/>
              </a:rPr>
              <a:t>c</a:t>
            </a:r>
            <a:r>
              <a:rPr kumimoji="0" lang="sv-SE" sz="2000" kern="1200" cap="none" spc="0" normalizeH="0" baseline="0" noProof="0" dirty="0">
                <a:solidFill>
                  <a:srgbClr val="000000"/>
                </a:solidFill>
                <a:latin typeface="Comic Sans MS" panose="030F0702030302020204" pitchFamily="66" charset="0"/>
                <a:ea typeface="+mn-ea"/>
                <a:cs typeface="+mn-cs"/>
              </a:rPr>
              <a:t>||</a:t>
            </a:r>
            <a:r>
              <a:rPr kumimoji="0" lang="en-US" sz="2000" kern="1200" cap="none" spc="0" normalizeH="0" baseline="0" noProof="0" dirty="0">
                <a:solidFill>
                  <a:srgbClr val="000000"/>
                </a:solidFill>
                <a:latin typeface="Comic Sans MS" panose="030F0702030302020204" pitchFamily="66" charset="0"/>
                <a:ea typeface="+mn-ea"/>
                <a:cs typeface="+mn-cs"/>
              </a:rPr>
              <a:t>I</a:t>
            </a:r>
            <a:r>
              <a:rPr kumimoji="0" lang="sv-SE" sz="2000" kern="1200" cap="none" spc="0" normalizeH="0" baseline="0" noProof="0" dirty="0">
                <a:solidFill>
                  <a:srgbClr val="000000"/>
                </a:solidFill>
                <a:latin typeface="Comic Sans MS" panose="030F0702030302020204" pitchFamily="66" charset="0"/>
                <a:ea typeface="+mn-ea"/>
                <a:cs typeface="+mn-cs"/>
              </a:rPr>
              <a:t>D</a:t>
            </a:r>
            <a:r>
              <a:rPr kumimoji="0" lang="en-US" sz="1800" kern="1200" cap="none" spc="0" normalizeH="0" baseline="-25000" noProof="0" dirty="0">
                <a:solidFill>
                  <a:srgbClr val="000000"/>
                </a:solidFill>
                <a:latin typeface="Comic Sans MS" panose="030F0702030302020204" pitchFamily="66" charset="0"/>
                <a:ea typeface="+mn-ea"/>
                <a:cs typeface="+mn-cs"/>
              </a:rPr>
              <a:t>v</a:t>
            </a:r>
            <a:r>
              <a:rPr kumimoji="0" lang="sv-SE" sz="2000" kern="1200" cap="none" spc="0" normalizeH="0" baseline="0" noProof="0" dirty="0">
                <a:solidFill>
                  <a:srgbClr val="000000"/>
                </a:solidFill>
                <a:latin typeface="Comic Sans MS" panose="030F0702030302020204" pitchFamily="66" charset="0"/>
                <a:ea typeface="+mn-ea"/>
                <a:cs typeface="+mn-cs"/>
              </a:rPr>
              <a:t>||TS</a:t>
            </a:r>
            <a:r>
              <a:rPr kumimoji="0" lang="sv-SE" sz="2000" kern="1200" cap="none" spc="0" normalizeH="0" baseline="-25000" noProof="0" dirty="0">
                <a:solidFill>
                  <a:srgbClr val="000000"/>
                </a:solidFill>
                <a:latin typeface="Comic Sans MS" panose="030F0702030302020204" pitchFamily="66" charset="0"/>
                <a:ea typeface="+mn-ea"/>
                <a:cs typeface="+mn-cs"/>
              </a:rPr>
              <a:t>2</a:t>
            </a:r>
            <a:r>
              <a:rPr kumimoji="0" lang="sv-SE" sz="2000" kern="1200" cap="none" spc="0" normalizeH="0" baseline="0" noProof="0" dirty="0">
                <a:solidFill>
                  <a:srgbClr val="000000"/>
                </a:solidFill>
                <a:latin typeface="Comic Sans MS" panose="030F0702030302020204" pitchFamily="66" charset="0"/>
                <a:ea typeface="+mn-ea"/>
                <a:cs typeface="+mn-cs"/>
              </a:rPr>
              <a:t>||Lifetime</a:t>
            </a:r>
            <a:r>
              <a:rPr kumimoji="0" lang="sv-SE" sz="2000" kern="1200" cap="none" spc="0" normalizeH="0" baseline="-25000" noProof="0" dirty="0">
                <a:solidFill>
                  <a:srgbClr val="000000"/>
                </a:solidFill>
                <a:latin typeface="Comic Sans MS" panose="030F0702030302020204" pitchFamily="66" charset="0"/>
                <a:ea typeface="+mn-ea"/>
                <a:cs typeface="+mn-cs"/>
              </a:rPr>
              <a:t>2</a:t>
            </a:r>
            <a:r>
              <a:rPr kumimoji="0" lang="sv-SE" sz="2000" kern="1200" cap="none" spc="0" normalizeH="0" baseline="0" noProof="0" dirty="0">
                <a:solidFill>
                  <a:srgbClr val="000000"/>
                </a:solidFill>
                <a:latin typeface="Comic Sans MS" panose="030F0702030302020204" pitchFamily="66" charset="0"/>
                <a:ea typeface="+mn-ea"/>
                <a:cs typeface="+mn-cs"/>
              </a:rPr>
              <a:t>])</a:t>
            </a:r>
            <a:endParaRPr kumimoji="0" lang="en-US" sz="2000" kern="1200" cap="none" spc="0" normalizeH="0" baseline="0" noProof="0" dirty="0">
              <a:latin typeface="Comic Sans MS" panose="030F0702030302020204" pitchFamily="66" charset="0"/>
              <a:ea typeface="+mn-ea"/>
              <a:cs typeface="+mn-cs"/>
            </a:endParaRPr>
          </a:p>
        </p:txBody>
      </p:sp>
      <p:sp>
        <p:nvSpPr>
          <p:cNvPr id="112" name="Rectangle 111"/>
          <p:cNvSpPr/>
          <p:nvPr/>
        </p:nvSpPr>
        <p:spPr>
          <a:xfrm>
            <a:off x="4800600" y="2057400"/>
            <a:ext cx="306388" cy="341313"/>
          </a:xfrm>
          <a:prstGeom prst="rect">
            <a:avLst/>
          </a:prstGeom>
          <a:noFill/>
          <a:ln w="9525">
            <a:noFill/>
          </a:ln>
        </p:spPr>
        <p:txBody>
          <a:bodyPr wrap="none">
            <a:spAutoFit/>
          </a:bodyPr>
          <a:lstStyle/>
          <a:p>
            <a:r>
              <a:rPr lang="sv-SE" altLang="x-none" sz="1800" dirty="0">
                <a:solidFill>
                  <a:srgbClr val="000000"/>
                </a:solidFill>
                <a:latin typeface="Comic Sans MS" panose="030F0702030302020204" pitchFamily="66" charset="0"/>
              </a:rPr>
              <a:t>*</a:t>
            </a:r>
            <a:endParaRPr lang="en-US" altLang="x-none" sz="1800" dirty="0">
              <a:latin typeface="Comic Sans MS" panose="030F0702030302020204" pitchFamily="66" charset="0"/>
            </a:endParaRPr>
          </a:p>
        </p:txBody>
      </p:sp>
      <p:sp>
        <p:nvSpPr>
          <p:cNvPr id="113" name="Rectangle 112"/>
          <p:cNvSpPr/>
          <p:nvPr/>
        </p:nvSpPr>
        <p:spPr>
          <a:xfrm>
            <a:off x="3505200" y="3200400"/>
            <a:ext cx="306388" cy="341313"/>
          </a:xfrm>
          <a:prstGeom prst="rect">
            <a:avLst/>
          </a:prstGeom>
          <a:noFill/>
          <a:ln w="9525">
            <a:noFill/>
          </a:ln>
        </p:spPr>
        <p:txBody>
          <a:bodyPr wrap="none">
            <a:spAutoFit/>
          </a:bodyPr>
          <a:lstStyle/>
          <a:p>
            <a:r>
              <a:rPr lang="sv-SE" altLang="x-none" sz="1800" dirty="0">
                <a:solidFill>
                  <a:srgbClr val="000000"/>
                </a:solidFill>
                <a:latin typeface="Comic Sans MS" panose="030F0702030302020204" pitchFamily="66" charset="0"/>
              </a:rPr>
              <a:t>*</a:t>
            </a:r>
            <a:endParaRPr lang="en-US" altLang="x-none" sz="1800" dirty="0">
              <a:latin typeface="Comic Sans MS" panose="030F0702030302020204" pitchFamily="66" charset="0"/>
            </a:endParaRPr>
          </a:p>
        </p:txBody>
      </p:sp>
      <p:sp>
        <p:nvSpPr>
          <p:cNvPr id="118" name="Rectangle 117"/>
          <p:cNvSpPr/>
          <p:nvPr/>
        </p:nvSpPr>
        <p:spPr>
          <a:xfrm>
            <a:off x="0" y="0"/>
            <a:ext cx="9144000" cy="523875"/>
          </a:xfrm>
          <a:prstGeom prst="rect">
            <a:avLst/>
          </a:prstGeom>
        </p:spPr>
        <p:txBody>
          <a:bodyPr>
            <a:spAutoFit/>
          </a:bodyPr>
          <a:lstStyle/>
          <a:p>
            <a:pPr marL="0" marR="0" lvl="0" indent="0" algn="ctr" defTabSz="44958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sv-SE" sz="2800" b="1" i="0" u="none" strike="noStrike" kern="1200" cap="none" spc="0" normalizeH="0" baseline="0" noProof="0" dirty="0">
                <a:ln>
                  <a:noFill/>
                </a:ln>
                <a:solidFill>
                  <a:srgbClr val="000000"/>
                </a:solidFill>
                <a:effectLst>
                  <a:outerShdw blurRad="38100" dist="38100" dir="2700000" algn="tl">
                    <a:srgbClr val="C0C0C0"/>
                  </a:outerShdw>
                </a:effectLst>
                <a:uLnTx/>
                <a:uFillTx/>
                <a:latin typeface="Comic Sans MS" panose="030F0702030302020204" pitchFamily="66" charset="0"/>
                <a:ea typeface="+mn-ea"/>
                <a:cs typeface="+mn-cs"/>
              </a:rPr>
              <a:t>A more secure Authentication Dialogue</a:t>
            </a:r>
          </a:p>
        </p:txBody>
      </p:sp>
    </p:spTree>
    <p:extLst>
      <p:ext uri="{BB962C8B-B14F-4D97-AF65-F5344CB8AC3E}">
        <p14:creationId xmlns:p14="http://schemas.microsoft.com/office/powerpoint/2010/main" val="42756030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5"/>
                                        </p:tgtEl>
                                        <p:attrNameLst>
                                          <p:attrName>style.visibility</p:attrName>
                                        </p:attrNameLst>
                                      </p:cBhvr>
                                      <p:to>
                                        <p:strVal val="visible"/>
                                      </p:to>
                                    </p:set>
                                    <p:animEffect transition="in" filter="blinds(horizontal)">
                                      <p:cBhvr>
                                        <p:cTn id="10" dur="500"/>
                                        <p:tgtEl>
                                          <p:spTgt spid="35"/>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blinds(horizontal)">
                                      <p:cBhvr>
                                        <p:cTn id="15" dur="500"/>
                                        <p:tgtEl>
                                          <p:spTgt spid="18"/>
                                        </p:tgtEl>
                                      </p:cBhvr>
                                    </p:animEffect>
                                  </p:childTnLst>
                                </p:cTn>
                              </p:par>
                              <p:par>
                                <p:cTn id="16" presetID="3" presetClass="entr" presetSubtype="10" fill="hold" nodeType="with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blinds(horizontal)">
                                      <p:cBhvr>
                                        <p:cTn id="18" dur="500"/>
                                        <p:tgtEl>
                                          <p:spTgt spid="2"/>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box(in)">
                                      <p:cBhvr>
                                        <p:cTn id="23" dur="5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nodeType="clickEffect">
                                  <p:stCondLst>
                                    <p:cond delay="0"/>
                                  </p:stCondLst>
                                  <p:childTnLst>
                                    <p:set>
                                      <p:cBhvr>
                                        <p:cTn id="27" dur="1" fill="hold">
                                          <p:stCondLst>
                                            <p:cond delay="0"/>
                                          </p:stCondLst>
                                        </p:cTn>
                                        <p:tgtEl>
                                          <p:spTgt spid="21"/>
                                        </p:tgtEl>
                                        <p:attrNameLst>
                                          <p:attrName>style.visibility</p:attrName>
                                        </p:attrNameLst>
                                      </p:cBhvr>
                                      <p:to>
                                        <p:strVal val="visible"/>
                                      </p:to>
                                    </p:set>
                                    <p:animEffect transition="in" filter="box(in)">
                                      <p:cBhvr>
                                        <p:cTn id="28" dur="500"/>
                                        <p:tgtEl>
                                          <p:spTgt spid="21"/>
                                        </p:tgtEl>
                                      </p:cBhvr>
                                    </p:animEffect>
                                  </p:childTnLst>
                                </p:cTn>
                              </p:par>
                            </p:childTnLst>
                          </p:cTn>
                        </p:par>
                      </p:childTnLst>
                    </p:cTn>
                  </p:par>
                  <p:par>
                    <p:cTn id="29" fill="hold">
                      <p:stCondLst>
                        <p:cond delay="indefinite"/>
                      </p:stCondLst>
                      <p:childTnLst>
                        <p:par>
                          <p:cTn id="30" fill="hold">
                            <p:stCondLst>
                              <p:cond delay="0"/>
                            </p:stCondLst>
                            <p:childTnLst>
                              <p:par>
                                <p:cTn id="31" presetID="4" presetClass="entr" presetSubtype="16" fill="hold" nodeType="click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box(in)">
                                      <p:cBhvr>
                                        <p:cTn id="33" dur="500"/>
                                        <p:tgtEl>
                                          <p:spTgt spid="5"/>
                                        </p:tgtEl>
                                      </p:cBhvr>
                                    </p:animEffect>
                                  </p:childTnLst>
                                </p:cTn>
                              </p:par>
                            </p:childTnLst>
                          </p:cTn>
                        </p:par>
                      </p:childTnLst>
                    </p:cTn>
                  </p:par>
                  <p:par>
                    <p:cTn id="34" fill="hold">
                      <p:stCondLst>
                        <p:cond delay="indefinite"/>
                      </p:stCondLst>
                      <p:childTnLst>
                        <p:par>
                          <p:cTn id="35" fill="hold">
                            <p:stCondLst>
                              <p:cond delay="0"/>
                            </p:stCondLst>
                            <p:childTnLst>
                              <p:par>
                                <p:cTn id="36" presetID="5" presetClass="entr" presetSubtype="10" fill="hold" grpId="0" nodeType="clickEffect">
                                  <p:stCondLst>
                                    <p:cond delay="0"/>
                                  </p:stCondLst>
                                  <p:childTnLst>
                                    <p:set>
                                      <p:cBhvr>
                                        <p:cTn id="37" dur="1" fill="hold">
                                          <p:stCondLst>
                                            <p:cond delay="0"/>
                                          </p:stCondLst>
                                        </p:cTn>
                                        <p:tgtEl>
                                          <p:spTgt spid="19"/>
                                        </p:tgtEl>
                                        <p:attrNameLst>
                                          <p:attrName>style.visibility</p:attrName>
                                        </p:attrNameLst>
                                      </p:cBhvr>
                                      <p:to>
                                        <p:strVal val="visible"/>
                                      </p:to>
                                    </p:set>
                                    <p:animEffect transition="in" filter="checkerboard(across)">
                                      <p:cBhvr>
                                        <p:cTn id="38" dur="500"/>
                                        <p:tgtEl>
                                          <p:spTgt spid="19"/>
                                        </p:tgtEl>
                                      </p:cBhvr>
                                    </p:animEffect>
                                  </p:childTnLst>
                                </p:cTn>
                              </p:par>
                              <p:par>
                                <p:cTn id="39" presetID="5" presetClass="entr" presetSubtype="10" fill="hold" nodeType="withEffect">
                                  <p:stCondLst>
                                    <p:cond delay="0"/>
                                  </p:stCondLst>
                                  <p:childTnLst>
                                    <p:set>
                                      <p:cBhvr>
                                        <p:cTn id="40" dur="1" fill="hold">
                                          <p:stCondLst>
                                            <p:cond delay="0"/>
                                          </p:stCondLst>
                                        </p:cTn>
                                        <p:tgtEl>
                                          <p:spTgt spid="48132"/>
                                        </p:tgtEl>
                                        <p:attrNameLst>
                                          <p:attrName>style.visibility</p:attrName>
                                        </p:attrNameLst>
                                      </p:cBhvr>
                                      <p:to>
                                        <p:strVal val="visible"/>
                                      </p:to>
                                    </p:set>
                                    <p:animEffect transition="in" filter="checkerboard(across)">
                                      <p:cBhvr>
                                        <p:cTn id="41" dur="500"/>
                                        <p:tgtEl>
                                          <p:spTgt spid="48132"/>
                                        </p:tgtEl>
                                      </p:cBhvr>
                                    </p:animEffect>
                                  </p:childTnLst>
                                </p:cTn>
                              </p:par>
                            </p:childTnLst>
                          </p:cTn>
                        </p:par>
                      </p:childTnLst>
                    </p:cTn>
                  </p:par>
                  <p:par>
                    <p:cTn id="42" fill="hold">
                      <p:stCondLst>
                        <p:cond delay="indefinite"/>
                      </p:stCondLst>
                      <p:childTnLst>
                        <p:par>
                          <p:cTn id="43" fill="hold">
                            <p:stCondLst>
                              <p:cond delay="0"/>
                            </p:stCondLst>
                            <p:childTnLst>
                              <p:par>
                                <p:cTn id="44" presetID="4" presetClass="entr" presetSubtype="16" fill="hold" grpId="0" nodeType="clickEffect">
                                  <p:stCondLst>
                                    <p:cond delay="0"/>
                                  </p:stCondLst>
                                  <p:childTnLst>
                                    <p:set>
                                      <p:cBhvr>
                                        <p:cTn id="45" dur="1" fill="hold">
                                          <p:stCondLst>
                                            <p:cond delay="0"/>
                                          </p:stCondLst>
                                        </p:cTn>
                                        <p:tgtEl>
                                          <p:spTgt spid="31"/>
                                        </p:tgtEl>
                                        <p:attrNameLst>
                                          <p:attrName>style.visibility</p:attrName>
                                        </p:attrNameLst>
                                      </p:cBhvr>
                                      <p:to>
                                        <p:strVal val="visible"/>
                                      </p:to>
                                    </p:set>
                                    <p:animEffect transition="in" filter="box(in)">
                                      <p:cBhvr>
                                        <p:cTn id="46" dur="500"/>
                                        <p:tgtEl>
                                          <p:spTgt spid="31"/>
                                        </p:tgtEl>
                                      </p:cBhvr>
                                    </p:animEffect>
                                  </p:childTnLst>
                                </p:cTn>
                              </p:par>
                              <p:par>
                                <p:cTn id="47" presetID="4" presetClass="entr" presetSubtype="16" fill="hold" nodeType="withEffect">
                                  <p:stCondLst>
                                    <p:cond delay="0"/>
                                  </p:stCondLst>
                                  <p:childTnLst>
                                    <p:set>
                                      <p:cBhvr>
                                        <p:cTn id="48" dur="1" fill="hold">
                                          <p:stCondLst>
                                            <p:cond delay="0"/>
                                          </p:stCondLst>
                                        </p:cTn>
                                        <p:tgtEl>
                                          <p:spTgt spid="15"/>
                                        </p:tgtEl>
                                        <p:attrNameLst>
                                          <p:attrName>style.visibility</p:attrName>
                                        </p:attrNameLst>
                                      </p:cBhvr>
                                      <p:to>
                                        <p:strVal val="visible"/>
                                      </p:to>
                                    </p:set>
                                    <p:animEffect transition="in" filter="box(in)">
                                      <p:cBhvr>
                                        <p:cTn id="49" dur="500"/>
                                        <p:tgtEl>
                                          <p:spTgt spid="15"/>
                                        </p:tgtEl>
                                      </p:cBhvr>
                                    </p:animEffect>
                                  </p:childTnLst>
                                </p:cTn>
                              </p:par>
                            </p:childTnLst>
                          </p:cTn>
                        </p:par>
                      </p:childTnLst>
                    </p:cTn>
                  </p:par>
                  <p:par>
                    <p:cTn id="50" fill="hold">
                      <p:stCondLst>
                        <p:cond delay="indefinite"/>
                      </p:stCondLst>
                      <p:childTnLst>
                        <p:par>
                          <p:cTn id="51" fill="hold">
                            <p:stCondLst>
                              <p:cond delay="0"/>
                            </p:stCondLst>
                            <p:childTnLst>
                              <p:par>
                                <p:cTn id="52" presetID="8" presetClass="entr" presetSubtype="16" fill="hold" grpId="0" nodeType="clickEffect">
                                  <p:stCondLst>
                                    <p:cond delay="0"/>
                                  </p:stCondLst>
                                  <p:childTnLst>
                                    <p:set>
                                      <p:cBhvr>
                                        <p:cTn id="53" dur="1" fill="hold">
                                          <p:stCondLst>
                                            <p:cond delay="0"/>
                                          </p:stCondLst>
                                        </p:cTn>
                                        <p:tgtEl>
                                          <p:spTgt spid="112"/>
                                        </p:tgtEl>
                                        <p:attrNameLst>
                                          <p:attrName>style.visibility</p:attrName>
                                        </p:attrNameLst>
                                      </p:cBhvr>
                                      <p:to>
                                        <p:strVal val="visible"/>
                                      </p:to>
                                    </p:set>
                                    <p:animEffect transition="in" filter="diamond(in)">
                                      <p:cBhvr>
                                        <p:cTn id="54" dur="2000"/>
                                        <p:tgtEl>
                                          <p:spTgt spid="112"/>
                                        </p:tgtEl>
                                      </p:cBhvr>
                                    </p:animEffect>
                                  </p:childTnLst>
                                </p:cTn>
                              </p:par>
                              <p:par>
                                <p:cTn id="55" presetID="8" presetClass="entr" presetSubtype="16" fill="hold" grpId="0" nodeType="withEffect">
                                  <p:stCondLst>
                                    <p:cond delay="0"/>
                                  </p:stCondLst>
                                  <p:childTnLst>
                                    <p:set>
                                      <p:cBhvr>
                                        <p:cTn id="56" dur="1" fill="hold">
                                          <p:stCondLst>
                                            <p:cond delay="0"/>
                                          </p:stCondLst>
                                        </p:cTn>
                                        <p:tgtEl>
                                          <p:spTgt spid="45"/>
                                        </p:tgtEl>
                                        <p:attrNameLst>
                                          <p:attrName>style.visibility</p:attrName>
                                        </p:attrNameLst>
                                      </p:cBhvr>
                                      <p:to>
                                        <p:strVal val="visible"/>
                                      </p:to>
                                    </p:set>
                                    <p:animEffect transition="in" filter="diamond(in)">
                                      <p:cBhvr>
                                        <p:cTn id="57" dur="2000"/>
                                        <p:tgtEl>
                                          <p:spTgt spid="45"/>
                                        </p:tgtEl>
                                      </p:cBhvr>
                                    </p:animEffect>
                                  </p:childTnLst>
                                </p:cTn>
                              </p:par>
                              <p:par>
                                <p:cTn id="58" presetID="8" presetClass="entr" presetSubtype="16" fill="hold" nodeType="withEffect">
                                  <p:stCondLst>
                                    <p:cond delay="0"/>
                                  </p:stCondLst>
                                  <p:childTnLst>
                                    <p:set>
                                      <p:cBhvr>
                                        <p:cTn id="59" dur="1" fill="hold">
                                          <p:stCondLst>
                                            <p:cond delay="0"/>
                                          </p:stCondLst>
                                        </p:cTn>
                                        <p:tgtEl>
                                          <p:spTgt spid="40"/>
                                        </p:tgtEl>
                                        <p:attrNameLst>
                                          <p:attrName>style.visibility</p:attrName>
                                        </p:attrNameLst>
                                      </p:cBhvr>
                                      <p:to>
                                        <p:strVal val="visible"/>
                                      </p:to>
                                    </p:set>
                                    <p:animEffect transition="in" filter="diamond(in)">
                                      <p:cBhvr>
                                        <p:cTn id="60" dur="2000"/>
                                        <p:tgtEl>
                                          <p:spTgt spid="40"/>
                                        </p:tgtEl>
                                      </p:cBhvr>
                                    </p:animEffect>
                                  </p:childTnLst>
                                </p:cTn>
                              </p:par>
                            </p:childTnLst>
                          </p:cTn>
                        </p:par>
                      </p:childTnLst>
                    </p:cTn>
                  </p:par>
                  <p:par>
                    <p:cTn id="61" fill="hold">
                      <p:stCondLst>
                        <p:cond delay="indefinite"/>
                      </p:stCondLst>
                      <p:childTnLst>
                        <p:par>
                          <p:cTn id="62" fill="hold">
                            <p:stCondLst>
                              <p:cond delay="0"/>
                            </p:stCondLst>
                            <p:childTnLst>
                              <p:par>
                                <p:cTn id="63" presetID="4" presetClass="entr" presetSubtype="16" fill="hold" grpId="0" nodeType="clickEffect">
                                  <p:stCondLst>
                                    <p:cond delay="0"/>
                                  </p:stCondLst>
                                  <p:childTnLst>
                                    <p:set>
                                      <p:cBhvr>
                                        <p:cTn id="64" dur="1" fill="hold">
                                          <p:stCondLst>
                                            <p:cond delay="0"/>
                                          </p:stCondLst>
                                        </p:cTn>
                                        <p:tgtEl>
                                          <p:spTgt spid="113"/>
                                        </p:tgtEl>
                                        <p:attrNameLst>
                                          <p:attrName>style.visibility</p:attrName>
                                        </p:attrNameLst>
                                      </p:cBhvr>
                                      <p:to>
                                        <p:strVal val="visible"/>
                                      </p:to>
                                    </p:set>
                                    <p:animEffect transition="in" filter="box(in)">
                                      <p:cBhvr>
                                        <p:cTn id="65" dur="500"/>
                                        <p:tgtEl>
                                          <p:spTgt spid="113"/>
                                        </p:tgtEl>
                                      </p:cBhvr>
                                    </p:animEffect>
                                  </p:childTnLst>
                                </p:cTn>
                              </p:par>
                              <p:par>
                                <p:cTn id="66" presetID="4" presetClass="entr" presetSubtype="16" fill="hold" grpId="0" nodeType="withEffect">
                                  <p:stCondLst>
                                    <p:cond delay="0"/>
                                  </p:stCondLst>
                                  <p:childTnLst>
                                    <p:set>
                                      <p:cBhvr>
                                        <p:cTn id="67" dur="1" fill="hold">
                                          <p:stCondLst>
                                            <p:cond delay="0"/>
                                          </p:stCondLst>
                                        </p:cTn>
                                        <p:tgtEl>
                                          <p:spTgt spid="50"/>
                                        </p:tgtEl>
                                        <p:attrNameLst>
                                          <p:attrName>style.visibility</p:attrName>
                                        </p:attrNameLst>
                                      </p:cBhvr>
                                      <p:to>
                                        <p:strVal val="visible"/>
                                      </p:to>
                                    </p:set>
                                    <p:animEffect transition="in" filter="box(in)">
                                      <p:cBhvr>
                                        <p:cTn id="68" dur="500"/>
                                        <p:tgtEl>
                                          <p:spTgt spid="50"/>
                                        </p:tgtEl>
                                      </p:cBhvr>
                                    </p:animEffect>
                                  </p:childTnLst>
                                </p:cTn>
                              </p:par>
                              <p:par>
                                <p:cTn id="69" presetID="4" presetClass="entr" presetSubtype="16" fill="hold" nodeType="withEffect">
                                  <p:stCondLst>
                                    <p:cond delay="0"/>
                                  </p:stCondLst>
                                  <p:childTnLst>
                                    <p:set>
                                      <p:cBhvr>
                                        <p:cTn id="70" dur="1" fill="hold">
                                          <p:stCondLst>
                                            <p:cond delay="0"/>
                                          </p:stCondLst>
                                        </p:cTn>
                                        <p:tgtEl>
                                          <p:spTgt spid="48144"/>
                                        </p:tgtEl>
                                        <p:attrNameLst>
                                          <p:attrName>style.visibility</p:attrName>
                                        </p:attrNameLst>
                                      </p:cBhvr>
                                      <p:to>
                                        <p:strVal val="visible"/>
                                      </p:to>
                                    </p:set>
                                    <p:animEffect transition="in" filter="box(in)">
                                      <p:cBhvr>
                                        <p:cTn id="71" dur="500"/>
                                        <p:tgtEl>
                                          <p:spTgt spid="48144"/>
                                        </p:tgtEl>
                                      </p:cBhvr>
                                    </p:animEffect>
                                  </p:childTnLst>
                                </p:cTn>
                              </p:par>
                            </p:childTnLst>
                          </p:cTn>
                        </p:par>
                      </p:childTnLst>
                    </p:cTn>
                  </p:par>
                  <p:par>
                    <p:cTn id="72" fill="hold">
                      <p:stCondLst>
                        <p:cond delay="indefinite"/>
                      </p:stCondLst>
                      <p:childTnLst>
                        <p:par>
                          <p:cTn id="73" fill="hold">
                            <p:stCondLst>
                              <p:cond delay="0"/>
                            </p:stCondLst>
                            <p:childTnLst>
                              <p:par>
                                <p:cTn id="74" presetID="4" presetClass="entr" presetSubtype="16" fill="hold" grpId="0" nodeType="clickEffect">
                                  <p:stCondLst>
                                    <p:cond delay="0"/>
                                  </p:stCondLst>
                                  <p:childTnLst>
                                    <p:set>
                                      <p:cBhvr>
                                        <p:cTn id="75" dur="1" fill="hold">
                                          <p:stCondLst>
                                            <p:cond delay="0"/>
                                          </p:stCondLst>
                                        </p:cTn>
                                        <p:tgtEl>
                                          <p:spTgt spid="32"/>
                                        </p:tgtEl>
                                        <p:attrNameLst>
                                          <p:attrName>style.visibility</p:attrName>
                                        </p:attrNameLst>
                                      </p:cBhvr>
                                      <p:to>
                                        <p:strVal val="visible"/>
                                      </p:to>
                                    </p:set>
                                    <p:animEffect transition="in" filter="box(in)">
                                      <p:cBhvr>
                                        <p:cTn id="76" dur="500"/>
                                        <p:tgtEl>
                                          <p:spTgt spid="32"/>
                                        </p:tgtEl>
                                      </p:cBhvr>
                                    </p:animEffect>
                                  </p:childTnLst>
                                </p:cTn>
                              </p:par>
                              <p:par>
                                <p:cTn id="77" presetID="4" presetClass="entr" presetSubtype="16" fill="hold" nodeType="withEffect">
                                  <p:stCondLst>
                                    <p:cond delay="0"/>
                                  </p:stCondLst>
                                  <p:childTnLst>
                                    <p:set>
                                      <p:cBhvr>
                                        <p:cTn id="78" dur="1" fill="hold">
                                          <p:stCondLst>
                                            <p:cond delay="0"/>
                                          </p:stCondLst>
                                        </p:cTn>
                                        <p:tgtEl>
                                          <p:spTgt spid="85"/>
                                        </p:tgtEl>
                                        <p:attrNameLst>
                                          <p:attrName>style.visibility</p:attrName>
                                        </p:attrNameLst>
                                      </p:cBhvr>
                                      <p:to>
                                        <p:strVal val="visible"/>
                                      </p:to>
                                    </p:set>
                                    <p:animEffect transition="in" filter="box(in)">
                                      <p:cBhvr>
                                        <p:cTn id="79" dur="500"/>
                                        <p:tgtEl>
                                          <p:spTgt spid="85"/>
                                        </p:tgtEl>
                                      </p:cBhvr>
                                    </p:animEffect>
                                  </p:childTnLst>
                                </p:cTn>
                              </p:par>
                            </p:childTnLst>
                          </p:cTn>
                        </p:par>
                      </p:childTnLst>
                    </p:cTn>
                  </p:par>
                  <p:par>
                    <p:cTn id="80" fill="hold">
                      <p:stCondLst>
                        <p:cond delay="indefinite"/>
                      </p:stCondLst>
                      <p:childTnLst>
                        <p:par>
                          <p:cTn id="81" fill="hold">
                            <p:stCondLst>
                              <p:cond delay="0"/>
                            </p:stCondLst>
                            <p:childTnLst>
                              <p:par>
                                <p:cTn id="82" presetID="4" presetClass="entr" presetSubtype="16" fill="hold" nodeType="clickEffect">
                                  <p:stCondLst>
                                    <p:cond delay="0"/>
                                  </p:stCondLst>
                                  <p:childTnLst>
                                    <p:set>
                                      <p:cBhvr>
                                        <p:cTn id="83" dur="1" fill="hold">
                                          <p:stCondLst>
                                            <p:cond delay="0"/>
                                          </p:stCondLst>
                                        </p:cTn>
                                        <p:tgtEl>
                                          <p:spTgt spid="17"/>
                                        </p:tgtEl>
                                        <p:attrNameLst>
                                          <p:attrName>style.visibility</p:attrName>
                                        </p:attrNameLst>
                                      </p:cBhvr>
                                      <p:to>
                                        <p:strVal val="visible"/>
                                      </p:to>
                                    </p:set>
                                    <p:animEffect transition="in" filter="box(in)">
                                      <p:cBhvr>
                                        <p:cTn id="84" dur="500"/>
                                        <p:tgtEl>
                                          <p:spTgt spid="17"/>
                                        </p:tgtEl>
                                      </p:cBhvr>
                                    </p:animEffect>
                                  </p:childTnLst>
                                </p:cTn>
                              </p:par>
                              <p:par>
                                <p:cTn id="85" presetID="4" presetClass="entr" presetSubtype="16" fill="hold" grpId="0" nodeType="withEffect">
                                  <p:stCondLst>
                                    <p:cond delay="0"/>
                                  </p:stCondLst>
                                  <p:childTnLst>
                                    <p:set>
                                      <p:cBhvr>
                                        <p:cTn id="86" dur="1" fill="hold">
                                          <p:stCondLst>
                                            <p:cond delay="0"/>
                                          </p:stCondLst>
                                        </p:cTn>
                                        <p:tgtEl>
                                          <p:spTgt spid="33"/>
                                        </p:tgtEl>
                                        <p:attrNameLst>
                                          <p:attrName>style.visibility</p:attrName>
                                        </p:attrNameLst>
                                      </p:cBhvr>
                                      <p:to>
                                        <p:strVal val="visible"/>
                                      </p:to>
                                    </p:set>
                                    <p:animEffect transition="in" filter="box(in)">
                                      <p:cBhvr>
                                        <p:cTn id="87"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9" grpId="0"/>
      <p:bldP spid="31" grpId="0"/>
      <p:bldP spid="32" grpId="0"/>
      <p:bldP spid="33" grpId="0" animBg="1"/>
      <p:bldP spid="35" grpId="0"/>
      <p:bldP spid="45" grpId="0"/>
      <p:bldP spid="50" grpId="0"/>
      <p:bldP spid="112" grpId="0"/>
      <p:bldP spid="113"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54" name="Picture 2" descr="C:\Users\Admin\Desktop\lecture-9-key-distribution-and-user-authentication-20-728.jpg"/>
          <p:cNvPicPr>
            <a:picLocks noChangeAspect="1"/>
          </p:cNvPicPr>
          <p:nvPr/>
        </p:nvPicPr>
        <p:blipFill>
          <a:blip r:embed="rId2"/>
          <a:srcRect b="15584"/>
          <a:stretch>
            <a:fillRect/>
          </a:stretch>
        </p:blipFill>
        <p:spPr>
          <a:xfrm>
            <a:off x="533400" y="381000"/>
            <a:ext cx="8077200" cy="4953000"/>
          </a:xfrm>
          <a:prstGeom prst="rect">
            <a:avLst/>
          </a:prstGeom>
          <a:noFill/>
          <a:ln w="9525">
            <a:noFill/>
          </a:ln>
        </p:spPr>
      </p:pic>
      <p:sp>
        <p:nvSpPr>
          <p:cNvPr id="49155" name="Rectangle 2"/>
          <p:cNvSpPr/>
          <p:nvPr/>
        </p:nvSpPr>
        <p:spPr>
          <a:xfrm>
            <a:off x="1562100" y="5486400"/>
            <a:ext cx="6019800" cy="830997"/>
          </a:xfrm>
          <a:prstGeom prst="rect">
            <a:avLst/>
          </a:prstGeom>
          <a:noFill/>
          <a:ln w="9525">
            <a:noFill/>
          </a:ln>
        </p:spPr>
        <p:txBody>
          <a:bodyPr>
            <a:spAutoFit/>
          </a:bodyPr>
          <a:lstStyle/>
          <a:p>
            <a:pPr>
              <a:buNone/>
            </a:pPr>
            <a:r>
              <a:rPr lang="sv-SE" altLang="x-none" sz="1800" dirty="0">
                <a:solidFill>
                  <a:srgbClr val="000000"/>
                </a:solidFill>
                <a:latin typeface="Comic Sans MS" panose="030F0702030302020204" pitchFamily="66" charset="0"/>
              </a:rPr>
              <a:t>Ticket</a:t>
            </a:r>
            <a:r>
              <a:rPr lang="sv-SE" altLang="x-none" sz="1800" baseline="-25000" dirty="0">
                <a:solidFill>
                  <a:srgbClr val="000000"/>
                </a:solidFill>
                <a:latin typeface="Comic Sans MS" panose="030F0702030302020204" pitchFamily="66" charset="0"/>
              </a:rPr>
              <a:t>tgs</a:t>
            </a:r>
            <a:r>
              <a:rPr lang="sv-SE" altLang="x-none" sz="1800" dirty="0">
                <a:solidFill>
                  <a:srgbClr val="000000"/>
                </a:solidFill>
                <a:latin typeface="Comic Sans MS" panose="030F0702030302020204" pitchFamily="66" charset="0"/>
              </a:rPr>
              <a:t>= E(</a:t>
            </a:r>
            <a:r>
              <a:rPr lang="sv-SE" altLang="x-none" sz="1800" dirty="0">
                <a:solidFill>
                  <a:srgbClr val="FF0000"/>
                </a:solidFill>
                <a:latin typeface="Comic Sans MS" panose="030F0702030302020204" pitchFamily="66" charset="0"/>
              </a:rPr>
              <a:t>K</a:t>
            </a:r>
            <a:r>
              <a:rPr lang="sv-SE" altLang="x-none" sz="1800" baseline="-26000" dirty="0">
                <a:solidFill>
                  <a:srgbClr val="FF0000"/>
                </a:solidFill>
                <a:latin typeface="Comic Sans MS" panose="030F0702030302020204" pitchFamily="66" charset="0"/>
              </a:rPr>
              <a:t>tgs</a:t>
            </a:r>
            <a:r>
              <a:rPr lang="en-US" altLang="x-none" sz="1800" baseline="-26000" dirty="0">
                <a:solidFill>
                  <a:srgbClr val="FF0000"/>
                </a:solidFill>
                <a:latin typeface="Comic Sans MS" panose="030F0702030302020204" pitchFamily="66" charset="0"/>
              </a:rPr>
              <a:t>,</a:t>
            </a:r>
            <a:r>
              <a:rPr lang="sv-SE" altLang="x-none" sz="1800" dirty="0">
                <a:solidFill>
                  <a:srgbClr val="000000"/>
                </a:solidFill>
                <a:latin typeface="Comic Sans MS" panose="030F0702030302020204" pitchFamily="66" charset="0"/>
              </a:rPr>
              <a:t>[</a:t>
            </a:r>
            <a:r>
              <a:rPr lang="en-US" altLang="x-none" sz="1800" dirty="0">
                <a:solidFill>
                  <a:srgbClr val="000000"/>
                </a:solidFill>
                <a:latin typeface="Comic Sans MS" panose="030F0702030302020204" pitchFamily="66" charset="0"/>
              </a:rPr>
              <a:t>I</a:t>
            </a:r>
            <a:r>
              <a:rPr lang="sv-SE" altLang="x-none" sz="1800" dirty="0">
                <a:solidFill>
                  <a:srgbClr val="000000"/>
                </a:solidFill>
                <a:latin typeface="Comic Sans MS" panose="030F0702030302020204" pitchFamily="66" charset="0"/>
              </a:rPr>
              <a:t>D</a:t>
            </a:r>
            <a:r>
              <a:rPr lang="en-US" altLang="x-none" sz="1800" dirty="0">
                <a:solidFill>
                  <a:srgbClr val="000000"/>
                </a:solidFill>
                <a:latin typeface="Comic Sans MS" panose="030F0702030302020204" pitchFamily="66" charset="0"/>
              </a:rPr>
              <a:t>c </a:t>
            </a:r>
            <a:r>
              <a:rPr lang="sv-SE" altLang="x-none" sz="1800" dirty="0">
                <a:solidFill>
                  <a:srgbClr val="000000"/>
                </a:solidFill>
                <a:latin typeface="Comic Sans MS" panose="030F0702030302020204" pitchFamily="66" charset="0"/>
              </a:rPr>
              <a:t>|| AD</a:t>
            </a:r>
            <a:r>
              <a:rPr lang="sv-SE" altLang="x-none" sz="1800" baseline="-25000" dirty="0">
                <a:solidFill>
                  <a:srgbClr val="000000"/>
                </a:solidFill>
                <a:latin typeface="Comic Sans MS" panose="030F0702030302020204" pitchFamily="66" charset="0"/>
              </a:rPr>
              <a:t>c</a:t>
            </a:r>
            <a:r>
              <a:rPr lang="sv-SE" altLang="x-none" sz="1800" dirty="0">
                <a:solidFill>
                  <a:srgbClr val="000000"/>
                </a:solidFill>
                <a:latin typeface="Comic Sans MS" panose="030F0702030302020204" pitchFamily="66" charset="0"/>
              </a:rPr>
              <a:t>||</a:t>
            </a:r>
            <a:r>
              <a:rPr lang="en-US" altLang="x-none" sz="1800" dirty="0">
                <a:solidFill>
                  <a:srgbClr val="000000"/>
                </a:solidFill>
                <a:latin typeface="Comic Sans MS" panose="030F0702030302020204" pitchFamily="66" charset="0"/>
              </a:rPr>
              <a:t>I</a:t>
            </a:r>
            <a:r>
              <a:rPr lang="sv-SE" altLang="x-none" sz="1800" dirty="0">
                <a:solidFill>
                  <a:srgbClr val="000000"/>
                </a:solidFill>
                <a:latin typeface="Comic Sans MS" panose="030F0702030302020204" pitchFamily="66" charset="0"/>
              </a:rPr>
              <a:t>D</a:t>
            </a:r>
            <a:r>
              <a:rPr lang="en-US" altLang="x-none" sz="1800" baseline="-25000" dirty="0">
                <a:solidFill>
                  <a:srgbClr val="000000"/>
                </a:solidFill>
                <a:latin typeface="Comic Sans MS" panose="030F0702030302020204" pitchFamily="66" charset="0"/>
              </a:rPr>
              <a:t>tgs</a:t>
            </a:r>
            <a:r>
              <a:rPr lang="sv-SE" altLang="x-none" sz="1800" dirty="0">
                <a:solidFill>
                  <a:srgbClr val="000000"/>
                </a:solidFill>
                <a:latin typeface="Comic Sans MS" panose="030F0702030302020204" pitchFamily="66" charset="0"/>
              </a:rPr>
              <a:t>||TS</a:t>
            </a:r>
            <a:r>
              <a:rPr lang="sv-SE" altLang="x-none" sz="1800" baseline="-25000" dirty="0">
                <a:solidFill>
                  <a:srgbClr val="000000"/>
                </a:solidFill>
                <a:latin typeface="Comic Sans MS" panose="030F0702030302020204" pitchFamily="66" charset="0"/>
              </a:rPr>
              <a:t>1</a:t>
            </a:r>
            <a:r>
              <a:rPr lang="sv-SE" altLang="x-none" sz="1800" dirty="0">
                <a:solidFill>
                  <a:srgbClr val="000000"/>
                </a:solidFill>
                <a:latin typeface="Comic Sans MS" panose="030F0702030302020204" pitchFamily="66" charset="0"/>
              </a:rPr>
              <a:t>||Lifetime</a:t>
            </a:r>
            <a:r>
              <a:rPr lang="sv-SE" altLang="x-none" sz="1800" baseline="-25000" dirty="0">
                <a:solidFill>
                  <a:srgbClr val="000000"/>
                </a:solidFill>
                <a:latin typeface="Comic Sans MS" panose="030F0702030302020204" pitchFamily="66" charset="0"/>
              </a:rPr>
              <a:t>1</a:t>
            </a:r>
            <a:r>
              <a:rPr lang="sv-SE" altLang="x-none" sz="1800" dirty="0" smtClean="0">
                <a:solidFill>
                  <a:srgbClr val="000000"/>
                </a:solidFill>
                <a:latin typeface="Comic Sans MS" panose="030F0702030302020204" pitchFamily="66" charset="0"/>
              </a:rPr>
              <a:t>])</a:t>
            </a:r>
          </a:p>
          <a:p>
            <a:pPr>
              <a:buNone/>
            </a:pPr>
            <a:endParaRPr lang="sv-SE" altLang="x-none" sz="1800" dirty="0">
              <a:solidFill>
                <a:srgbClr val="000000"/>
              </a:solidFill>
              <a:latin typeface="Comic Sans MS" panose="030F0702030302020204" pitchFamily="66" charset="0"/>
            </a:endParaRPr>
          </a:p>
          <a:p>
            <a:pPr>
              <a:buNone/>
            </a:pPr>
            <a:r>
              <a:rPr lang="sv-SE" altLang="x-none" sz="1800" dirty="0" smtClean="0">
                <a:solidFill>
                  <a:srgbClr val="000000"/>
                </a:solidFill>
                <a:latin typeface="Comic Sans MS" panose="030F0702030302020204" pitchFamily="66" charset="0"/>
              </a:rPr>
              <a:t> </a:t>
            </a:r>
            <a:endParaRPr lang="sv-SE" altLang="x-none" sz="1800" dirty="0">
              <a:solidFill>
                <a:srgbClr val="000000"/>
              </a:solidFill>
              <a:latin typeface="Comic Sans MS" panose="030F0702030302020204" pitchFamily="66" charset="0"/>
            </a:endParaRPr>
          </a:p>
          <a:p>
            <a:pPr>
              <a:buNone/>
            </a:pPr>
            <a:r>
              <a:rPr lang="sv-SE" altLang="x-none" sz="1800" dirty="0">
                <a:solidFill>
                  <a:srgbClr val="000000"/>
                </a:solidFill>
                <a:latin typeface="Comic Sans MS" panose="030F0702030302020204" pitchFamily="66" charset="0"/>
              </a:rPr>
              <a:t>Ticket</a:t>
            </a:r>
            <a:r>
              <a:rPr lang="sv-SE" altLang="x-none" sz="1800" baseline="-25000" dirty="0">
                <a:solidFill>
                  <a:srgbClr val="000000"/>
                </a:solidFill>
                <a:latin typeface="Comic Sans MS" panose="030F0702030302020204" pitchFamily="66" charset="0"/>
              </a:rPr>
              <a:t>v</a:t>
            </a:r>
            <a:r>
              <a:rPr lang="sv-SE" altLang="x-none" sz="1800" dirty="0">
                <a:solidFill>
                  <a:srgbClr val="000000"/>
                </a:solidFill>
                <a:latin typeface="Comic Sans MS" panose="030F0702030302020204" pitchFamily="66" charset="0"/>
              </a:rPr>
              <a:t>= E(</a:t>
            </a:r>
            <a:r>
              <a:rPr lang="sv-SE" altLang="x-none" sz="1800" dirty="0">
                <a:solidFill>
                  <a:srgbClr val="FF0000"/>
                </a:solidFill>
                <a:latin typeface="Comic Sans MS" panose="030F0702030302020204" pitchFamily="66" charset="0"/>
              </a:rPr>
              <a:t>K</a:t>
            </a:r>
            <a:r>
              <a:rPr lang="sv-SE" altLang="x-none" sz="1800" baseline="-26000" dirty="0">
                <a:solidFill>
                  <a:srgbClr val="FF0000"/>
                </a:solidFill>
                <a:latin typeface="Comic Sans MS" panose="030F0702030302020204" pitchFamily="66" charset="0"/>
              </a:rPr>
              <a:t>v</a:t>
            </a:r>
            <a:r>
              <a:rPr lang="en-US" altLang="x-none" sz="1800" baseline="-26000" dirty="0">
                <a:solidFill>
                  <a:srgbClr val="FF0000"/>
                </a:solidFill>
                <a:latin typeface="Comic Sans MS" panose="030F0702030302020204" pitchFamily="66" charset="0"/>
              </a:rPr>
              <a:t>,</a:t>
            </a:r>
            <a:r>
              <a:rPr lang="sv-SE" altLang="x-none" sz="1800" dirty="0">
                <a:solidFill>
                  <a:srgbClr val="000000"/>
                </a:solidFill>
                <a:latin typeface="Comic Sans MS" panose="030F0702030302020204" pitchFamily="66" charset="0"/>
              </a:rPr>
              <a:t>[</a:t>
            </a:r>
            <a:r>
              <a:rPr lang="en-US" altLang="x-none" sz="1800" dirty="0">
                <a:solidFill>
                  <a:srgbClr val="000000"/>
                </a:solidFill>
                <a:latin typeface="Comic Sans MS" panose="030F0702030302020204" pitchFamily="66" charset="0"/>
              </a:rPr>
              <a:t>I</a:t>
            </a:r>
            <a:r>
              <a:rPr lang="sv-SE" altLang="x-none" sz="1800" dirty="0">
                <a:solidFill>
                  <a:srgbClr val="000000"/>
                </a:solidFill>
                <a:latin typeface="Comic Sans MS" panose="030F0702030302020204" pitchFamily="66" charset="0"/>
              </a:rPr>
              <a:t>D</a:t>
            </a:r>
            <a:r>
              <a:rPr lang="en-US" altLang="x-none" sz="1800" dirty="0">
                <a:solidFill>
                  <a:srgbClr val="000000"/>
                </a:solidFill>
                <a:latin typeface="Comic Sans MS" panose="030F0702030302020204" pitchFamily="66" charset="0"/>
              </a:rPr>
              <a:t>c </a:t>
            </a:r>
            <a:r>
              <a:rPr lang="sv-SE" altLang="x-none" sz="1800" dirty="0">
                <a:solidFill>
                  <a:srgbClr val="000000"/>
                </a:solidFill>
                <a:latin typeface="Comic Sans MS" panose="030F0702030302020204" pitchFamily="66" charset="0"/>
              </a:rPr>
              <a:t>|| AD</a:t>
            </a:r>
            <a:r>
              <a:rPr lang="sv-SE" altLang="x-none" sz="1800" baseline="-25000" dirty="0">
                <a:solidFill>
                  <a:srgbClr val="000000"/>
                </a:solidFill>
                <a:latin typeface="Comic Sans MS" panose="030F0702030302020204" pitchFamily="66" charset="0"/>
              </a:rPr>
              <a:t>c</a:t>
            </a:r>
            <a:r>
              <a:rPr lang="sv-SE" altLang="x-none" sz="1800" dirty="0">
                <a:solidFill>
                  <a:srgbClr val="000000"/>
                </a:solidFill>
                <a:latin typeface="Comic Sans MS" panose="030F0702030302020204" pitchFamily="66" charset="0"/>
              </a:rPr>
              <a:t>||</a:t>
            </a:r>
            <a:r>
              <a:rPr lang="en-US" altLang="x-none" sz="1800" dirty="0">
                <a:solidFill>
                  <a:srgbClr val="000000"/>
                </a:solidFill>
                <a:latin typeface="Comic Sans MS" panose="030F0702030302020204" pitchFamily="66" charset="0"/>
              </a:rPr>
              <a:t>I</a:t>
            </a:r>
            <a:r>
              <a:rPr lang="sv-SE" altLang="x-none" sz="1800" dirty="0">
                <a:solidFill>
                  <a:srgbClr val="000000"/>
                </a:solidFill>
                <a:latin typeface="Comic Sans MS" panose="030F0702030302020204" pitchFamily="66" charset="0"/>
              </a:rPr>
              <a:t>D</a:t>
            </a:r>
            <a:r>
              <a:rPr lang="en-US" altLang="x-none" sz="1800" baseline="-25000" dirty="0">
                <a:solidFill>
                  <a:srgbClr val="000000"/>
                </a:solidFill>
                <a:latin typeface="Comic Sans MS" panose="030F0702030302020204" pitchFamily="66" charset="0"/>
              </a:rPr>
              <a:t>v</a:t>
            </a:r>
            <a:r>
              <a:rPr lang="sv-SE" altLang="x-none" sz="1800" dirty="0">
                <a:solidFill>
                  <a:srgbClr val="000000"/>
                </a:solidFill>
                <a:latin typeface="Comic Sans MS" panose="030F0702030302020204" pitchFamily="66" charset="0"/>
              </a:rPr>
              <a:t>||TS</a:t>
            </a:r>
            <a:r>
              <a:rPr lang="sv-SE" altLang="x-none" sz="1800" baseline="-25000" dirty="0">
                <a:solidFill>
                  <a:srgbClr val="000000"/>
                </a:solidFill>
                <a:latin typeface="Comic Sans MS" panose="030F0702030302020204" pitchFamily="66" charset="0"/>
              </a:rPr>
              <a:t>2</a:t>
            </a:r>
            <a:r>
              <a:rPr lang="sv-SE" altLang="x-none" sz="1800" dirty="0">
                <a:solidFill>
                  <a:srgbClr val="000000"/>
                </a:solidFill>
                <a:latin typeface="Comic Sans MS" panose="030F0702030302020204" pitchFamily="66" charset="0"/>
              </a:rPr>
              <a:t>||Lifetime</a:t>
            </a:r>
            <a:r>
              <a:rPr lang="sv-SE" altLang="x-none" sz="1800" baseline="-25000" dirty="0">
                <a:solidFill>
                  <a:srgbClr val="000000"/>
                </a:solidFill>
                <a:latin typeface="Comic Sans MS" panose="030F0702030302020204" pitchFamily="66" charset="0"/>
              </a:rPr>
              <a:t>2</a:t>
            </a:r>
            <a:r>
              <a:rPr lang="sv-SE" altLang="x-none" sz="1800" dirty="0">
                <a:solidFill>
                  <a:srgbClr val="000000"/>
                </a:solidFill>
                <a:latin typeface="Comic Sans MS" panose="030F0702030302020204" pitchFamily="66" charset="0"/>
              </a:rPr>
              <a:t>])</a:t>
            </a:r>
            <a:endParaRPr lang="en-US" altLang="x-none" sz="1800" dirty="0">
              <a:latin typeface="Comic Sans MS" panose="030F0702030302020204" pitchFamily="66" charset="0"/>
            </a:endParaRPr>
          </a:p>
        </p:txBody>
      </p:sp>
    </p:spTree>
    <p:extLst>
      <p:ext uri="{BB962C8B-B14F-4D97-AF65-F5344CB8AC3E}">
        <p14:creationId xmlns:p14="http://schemas.microsoft.com/office/powerpoint/2010/main" val="139838051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ext Box 1"/>
          <p:cNvSpPr txBox="1"/>
          <p:nvPr/>
        </p:nvSpPr>
        <p:spPr>
          <a:xfrm>
            <a:off x="6553200" y="6248400"/>
            <a:ext cx="1905000" cy="457200"/>
          </a:xfrm>
          <a:prstGeom prst="rect">
            <a:avLst/>
          </a:prstGeom>
          <a:noFill/>
          <a:ln w="9525">
            <a:noFill/>
          </a:ln>
        </p:spPr>
        <p:txBody>
          <a:bodyPr lIns="90000" tIns="46800" rIns="90000" bIns="46800"/>
          <a:lstStyle/>
          <a:p>
            <a:pPr algn="r" defTabSz="449580">
              <a:lnSpc>
                <a:spcPct val="100000"/>
              </a:lnSpc>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9A0DB2DC-4C9A-4742-B13C-FB6460FD3503}" type="slidenum">
              <a:rPr lang="en-GB" sz="1400" dirty="0">
                <a:solidFill>
                  <a:srgbClr val="000000"/>
                </a:solidFill>
                <a:latin typeface="Times New Roman" panose="02020603050405020304" pitchFamily="18" charset="0"/>
              </a:rPr>
              <a:t>43</a:t>
            </a:fld>
            <a:endParaRPr lang="en-GB" sz="1400" dirty="0">
              <a:solidFill>
                <a:srgbClr val="000000"/>
              </a:solidFill>
              <a:latin typeface="Times New Roman" panose="02020603050405020304" pitchFamily="18" charset="0"/>
            </a:endParaRPr>
          </a:p>
        </p:txBody>
      </p:sp>
      <p:sp>
        <p:nvSpPr>
          <p:cNvPr id="50179" name="Text Box 2"/>
          <p:cNvSpPr txBox="1"/>
          <p:nvPr/>
        </p:nvSpPr>
        <p:spPr>
          <a:xfrm>
            <a:off x="6553200" y="6248400"/>
            <a:ext cx="1905000" cy="457200"/>
          </a:xfrm>
          <a:prstGeom prst="rect">
            <a:avLst/>
          </a:prstGeom>
          <a:noFill/>
          <a:ln w="9525">
            <a:noFill/>
          </a:ln>
        </p:spPr>
        <p:txBody>
          <a:bodyPr lIns="90000" tIns="46800" rIns="90000" bIns="46800"/>
          <a:lstStyle/>
          <a:p>
            <a:pPr algn="r" defTabSz="449580">
              <a:lnSpc>
                <a:spcPct val="100000"/>
              </a:lnSpc>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9A0DB2DC-4C9A-4742-B13C-FB6460FD3503}" type="slidenum">
              <a:rPr lang="en-US" altLang="x-none" sz="1400" dirty="0">
                <a:solidFill>
                  <a:srgbClr val="000000"/>
                </a:solidFill>
                <a:latin typeface="Times New Roman" panose="02020603050405020304" pitchFamily="18" charset="0"/>
              </a:rPr>
              <a:t>43</a:t>
            </a:fld>
            <a:endParaRPr lang="en-US" altLang="x-none" sz="1400" dirty="0">
              <a:solidFill>
                <a:srgbClr val="000000"/>
              </a:solidFill>
              <a:latin typeface="Times New Roman" panose="02020603050405020304" pitchFamily="18" charset="0"/>
            </a:endParaRPr>
          </a:p>
        </p:txBody>
      </p:sp>
      <p:sp>
        <p:nvSpPr>
          <p:cNvPr id="24579" name="Text Box 3"/>
          <p:cNvSpPr txBox="1">
            <a:spLocks noChangeArrowheads="1"/>
          </p:cNvSpPr>
          <p:nvPr/>
        </p:nvSpPr>
        <p:spPr bwMode="auto">
          <a:xfrm>
            <a:off x="0" y="0"/>
            <a:ext cx="9144000" cy="1295400"/>
          </a:xfrm>
          <a:prstGeom prst="rect">
            <a:avLst/>
          </a:prstGeom>
          <a:noFill/>
          <a:ln w="9525">
            <a:noFill/>
            <a:round/>
          </a:ln>
          <a:effectLst/>
        </p:spPr>
        <p:txBody>
          <a:bodyPr lIns="90000" tIns="46800" rIns="90000" bIns="46800"/>
          <a:lstStyle/>
          <a:p>
            <a:pPr marR="0" algn="ctr" defTabSz="449580" eaLnBrk="1" hangingPunct="1">
              <a:lnSpc>
                <a:spcPct val="100000"/>
              </a:lnSpc>
              <a:spcBef>
                <a:spcPct val="0"/>
              </a:spcBef>
              <a:buClr>
                <a:srgbClr val="000000"/>
              </a:buClr>
              <a:buSzPct val="100000"/>
              <a:buFont typeface="Times New Roman" panose="02020603050405020304"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sv-SE" sz="3200" b="1" kern="1200" cap="none" spc="0" normalizeH="0" baseline="0" noProof="0" dirty="0">
                <a:solidFill>
                  <a:srgbClr val="0070C0"/>
                </a:solidFill>
                <a:effectLst>
                  <a:outerShdw blurRad="38100" dist="38100" dir="2700000" algn="tl">
                    <a:srgbClr val="C0C0C0"/>
                  </a:outerShdw>
                </a:effectLst>
                <a:latin typeface="Comic Sans MS" panose="030F0702030302020204" pitchFamily="66" charset="0"/>
                <a:ea typeface="+mn-ea"/>
                <a:cs typeface="+mn-cs"/>
              </a:rPr>
              <a:t>Problems with Version 4 Authentication Dialogue</a:t>
            </a:r>
          </a:p>
        </p:txBody>
      </p:sp>
      <p:sp>
        <p:nvSpPr>
          <p:cNvPr id="34821" name="Text Box 4"/>
          <p:cNvSpPr txBox="1">
            <a:spLocks noChangeArrowheads="1"/>
          </p:cNvSpPr>
          <p:nvPr/>
        </p:nvSpPr>
        <p:spPr bwMode="auto">
          <a:xfrm>
            <a:off x="152400" y="1143000"/>
            <a:ext cx="8763000" cy="3657600"/>
          </a:xfrm>
          <a:prstGeom prst="rect">
            <a:avLst/>
          </a:prstGeom>
          <a:noFill/>
          <a:ln w="9525">
            <a:noFill/>
            <a:round/>
          </a:ln>
        </p:spPr>
        <p:txBody>
          <a:bodyPr lIns="90000" tIns="46800" rIns="90000" bIns="46800"/>
          <a:lstStyle/>
          <a:p>
            <a:pPr marL="341630" marR="0" indent="-341630" defTabSz="449580" eaLnBrk="1" hangingPunct="1">
              <a:lnSpc>
                <a:spcPct val="100000"/>
              </a:lnSpc>
              <a:buClr>
                <a:srgbClr val="000000"/>
              </a:buClr>
              <a:buSzPct val="100000"/>
              <a:buFont typeface="Comic Sans MS" panose="030F0702030302020204" pitchFamily="66" charset="0"/>
              <a:buChar char="•"/>
              <a:tabLst>
                <a:tab pos="340995" algn="l"/>
                <a:tab pos="1255395" algn="l"/>
                <a:tab pos="2169795" algn="l"/>
                <a:tab pos="3084195" algn="l"/>
                <a:tab pos="3998595" algn="l"/>
                <a:tab pos="4912995" algn="l"/>
                <a:tab pos="5827395" algn="l"/>
                <a:tab pos="6741795" algn="l"/>
                <a:tab pos="7656195" algn="l"/>
                <a:tab pos="8570595" algn="l"/>
                <a:tab pos="9484995" algn="l"/>
                <a:tab pos="10399395" algn="l"/>
              </a:tabLst>
              <a:defRPr/>
            </a:pPr>
            <a:r>
              <a:rPr kumimoji="0" lang="en-US" sz="2400" kern="1200" cap="none" spc="0" normalizeH="0" baseline="0" noProof="0" dirty="0">
                <a:solidFill>
                  <a:schemeClr val="accent2"/>
                </a:solidFill>
                <a:latin typeface="Comic Sans MS" panose="030F0702030302020204" pitchFamily="66" charset="0"/>
                <a:ea typeface="+mn-ea"/>
                <a:cs typeface="+mn-cs"/>
              </a:rPr>
              <a:t>Problems:</a:t>
            </a:r>
          </a:p>
          <a:p>
            <a:pPr marL="914400" marR="0" lvl="1" indent="-457200" algn="l" defTabSz="449580" rtl="0" eaLnBrk="1" fontAlgn="base" latinLnBrk="0" hangingPunct="1">
              <a:lnSpc>
                <a:spcPct val="100000"/>
              </a:lnSpc>
              <a:spcBef>
                <a:spcPts val="600"/>
              </a:spcBef>
              <a:spcAft>
                <a:spcPct val="0"/>
              </a:spcAft>
              <a:buClr>
                <a:srgbClr val="000000"/>
              </a:buClr>
              <a:buSzPct val="100000"/>
              <a:buFont typeface="+mj-lt"/>
              <a:buAutoNum type="arabicPeriod"/>
              <a:tabLst>
                <a:tab pos="340995" algn="l"/>
                <a:tab pos="1255395" algn="l"/>
                <a:tab pos="2169795" algn="l"/>
                <a:tab pos="3084195" algn="l"/>
                <a:tab pos="3998595" algn="l"/>
                <a:tab pos="4912995" algn="l"/>
                <a:tab pos="5827395" algn="l"/>
                <a:tab pos="6741795" algn="l"/>
                <a:tab pos="7656195" algn="l"/>
                <a:tab pos="8570595" algn="l"/>
                <a:tab pos="9484995" algn="l"/>
                <a:tab pos="10399395" algn="l"/>
              </a:tabLst>
              <a:defRPr/>
            </a:pPr>
            <a:r>
              <a:rPr kumimoji="0" lang="en-US" sz="2000" b="0" i="0" u="none" strike="noStrike" kern="1200" cap="none" spc="0" normalizeH="0" baseline="0" noProof="0" dirty="0">
                <a:ln>
                  <a:noFill/>
                </a:ln>
                <a:solidFill>
                  <a:srgbClr val="FF0000"/>
                </a:solidFill>
                <a:effectLst/>
                <a:uLnTx/>
                <a:uFillTx/>
                <a:latin typeface="Comic Sans MS" panose="030F0702030302020204" pitchFamily="66" charset="0"/>
                <a:ea typeface="+mn-ea"/>
                <a:cs typeface="+mn-cs"/>
              </a:rPr>
              <a:t>Lifetime associated with the ticket-granting ticket</a:t>
            </a:r>
          </a:p>
          <a:p>
            <a:pPr marL="914400" marR="0" lvl="1" indent="-457200" algn="l" defTabSz="449580" rtl="0" eaLnBrk="1" fontAlgn="base" latinLnBrk="0" hangingPunct="1">
              <a:lnSpc>
                <a:spcPct val="100000"/>
              </a:lnSpc>
              <a:spcBef>
                <a:spcPts val="600"/>
              </a:spcBef>
              <a:spcAft>
                <a:spcPct val="0"/>
              </a:spcAft>
              <a:buClr>
                <a:srgbClr val="000000"/>
              </a:buClr>
              <a:buSzPct val="100000"/>
              <a:buFont typeface="+mj-lt"/>
              <a:buAutoNum type="alphaLcParenR"/>
              <a:tabLst>
                <a:tab pos="340995" algn="l"/>
                <a:tab pos="1255395" algn="l"/>
                <a:tab pos="2169795" algn="l"/>
                <a:tab pos="3084195" algn="l"/>
                <a:tab pos="3998595" algn="l"/>
                <a:tab pos="4912995" algn="l"/>
                <a:tab pos="5827395" algn="l"/>
                <a:tab pos="6741795" algn="l"/>
                <a:tab pos="7656195" algn="l"/>
                <a:tab pos="8570595" algn="l"/>
                <a:tab pos="9484995" algn="l"/>
                <a:tab pos="10399395" algn="l"/>
              </a:tabLst>
              <a:defRPr/>
            </a:pPr>
            <a:r>
              <a:rPr kumimoji="0" lang="en-US" sz="2000" b="0" i="0" u="none" strike="noStrike" kern="1200" cap="none" spc="0" normalizeH="0" baseline="0" noProof="0" dirty="0">
                <a:ln>
                  <a:noFill/>
                </a:ln>
                <a:solidFill>
                  <a:srgbClr val="0070C0"/>
                </a:solidFill>
                <a:effectLst/>
                <a:uLnTx/>
                <a:uFillTx/>
                <a:latin typeface="Comic Sans MS" panose="030F0702030302020204" pitchFamily="66" charset="0"/>
                <a:ea typeface="+mn-ea"/>
                <a:cs typeface="+mn-cs"/>
              </a:rPr>
              <a:t>If too short </a:t>
            </a:r>
            <a:r>
              <a:rPr kumimoji="0" lang="en-US" sz="2000" b="0" i="0" u="none" strike="noStrike" kern="1200" cap="none" spc="0" normalizeH="0" baseline="0" noProof="0" dirty="0">
                <a:ln>
                  <a:noFill/>
                </a:ln>
                <a:solidFill>
                  <a:srgbClr val="0070C0"/>
                </a:solidFill>
                <a:effectLst/>
                <a:uLnTx/>
                <a:uFillTx/>
                <a:latin typeface="Wingdings 3" panose="05040102010807070707" pitchFamily="18" charset="2"/>
                <a:ea typeface="+mn-ea"/>
                <a:cs typeface="+mn-cs"/>
              </a:rPr>
              <a:t></a:t>
            </a:r>
            <a:r>
              <a:rPr kumimoji="0" lang="en-US" sz="2000" b="0" i="0" u="none" strike="noStrike" kern="1200" cap="none" spc="0" normalizeH="0" baseline="0" noProof="0" dirty="0">
                <a:ln>
                  <a:noFill/>
                </a:ln>
                <a:solidFill>
                  <a:srgbClr val="0070C0"/>
                </a:solidFill>
                <a:effectLst/>
                <a:uLnTx/>
                <a:uFillTx/>
                <a:latin typeface="Comic Sans MS" panose="030F0702030302020204" pitchFamily="66" charset="0"/>
                <a:ea typeface="+mn-ea"/>
                <a:cs typeface="+mn-cs"/>
              </a:rPr>
              <a:t> repeatedly asked for password</a:t>
            </a:r>
          </a:p>
          <a:p>
            <a:pPr marL="1314450" marR="0" lvl="2" indent="-457200" algn="l" defTabSz="449580" rtl="0" eaLnBrk="1" fontAlgn="base" latinLnBrk="0" hangingPunct="1">
              <a:lnSpc>
                <a:spcPct val="100000"/>
              </a:lnSpc>
              <a:spcBef>
                <a:spcPts val="600"/>
              </a:spcBef>
              <a:spcAft>
                <a:spcPct val="0"/>
              </a:spcAft>
              <a:buClr>
                <a:srgbClr val="000000"/>
              </a:buClr>
              <a:buSzPct val="100000"/>
              <a:buFont typeface="Times New Roman" panose="02020603050405020304" pitchFamily="18" charset="0"/>
              <a:buNone/>
              <a:tabLst>
                <a:tab pos="340995" algn="l"/>
                <a:tab pos="1255395" algn="l"/>
                <a:tab pos="2169795" algn="l"/>
                <a:tab pos="3084195" algn="l"/>
                <a:tab pos="3998595" algn="l"/>
                <a:tab pos="4912995" algn="l"/>
                <a:tab pos="5827395" algn="l"/>
                <a:tab pos="6741795" algn="l"/>
                <a:tab pos="7656195" algn="l"/>
                <a:tab pos="8570595" algn="l"/>
                <a:tab pos="9484995" algn="l"/>
                <a:tab pos="10399395" algn="l"/>
              </a:tabLst>
              <a:defRPr/>
            </a:pPr>
            <a:r>
              <a:rPr kumimoji="0" lang="en-US" sz="2000" b="0" i="0" u="none" strike="noStrike" kern="1200" cap="none" spc="0" normalizeH="0" baseline="0" noProof="0" dirty="0">
                <a:ln>
                  <a:noFill/>
                </a:ln>
                <a:solidFill>
                  <a:srgbClr val="000000"/>
                </a:solidFill>
                <a:effectLst/>
                <a:uLnTx/>
                <a:uFillTx/>
                <a:latin typeface="Comic Sans MS" panose="030F0702030302020204" pitchFamily="66" charset="0"/>
                <a:ea typeface="+mn-ea"/>
                <a:cs typeface="+mn-cs"/>
              </a:rPr>
              <a:t>	As password is sent as plaintext, hackers may get hold of it and use illegally.</a:t>
            </a:r>
          </a:p>
          <a:p>
            <a:pPr marL="914400" marR="0" lvl="1" indent="-457200" algn="l" defTabSz="449580" rtl="0" eaLnBrk="1" fontAlgn="base" latinLnBrk="0" hangingPunct="1">
              <a:lnSpc>
                <a:spcPct val="100000"/>
              </a:lnSpc>
              <a:spcBef>
                <a:spcPts val="600"/>
              </a:spcBef>
              <a:spcAft>
                <a:spcPct val="0"/>
              </a:spcAft>
              <a:buClr>
                <a:srgbClr val="000000"/>
              </a:buClr>
              <a:buSzPct val="100000"/>
              <a:buFont typeface="+mj-lt"/>
              <a:buAutoNum type="alphaLcParenR"/>
              <a:tabLst>
                <a:tab pos="340995" algn="l"/>
                <a:tab pos="1255395" algn="l"/>
                <a:tab pos="2169795" algn="l"/>
                <a:tab pos="3084195" algn="l"/>
                <a:tab pos="3998595" algn="l"/>
                <a:tab pos="4912995" algn="l"/>
                <a:tab pos="5827395" algn="l"/>
                <a:tab pos="6741795" algn="l"/>
                <a:tab pos="7656195" algn="l"/>
                <a:tab pos="8570595" algn="l"/>
                <a:tab pos="9484995" algn="l"/>
                <a:tab pos="10399395" algn="l"/>
              </a:tabLst>
              <a:defRPr/>
            </a:pPr>
            <a:r>
              <a:rPr kumimoji="0" lang="en-US" sz="2000" b="0" i="0" u="none" strike="noStrike" kern="1200" cap="none" spc="0" normalizeH="0" baseline="0" noProof="0" dirty="0">
                <a:ln>
                  <a:noFill/>
                </a:ln>
                <a:solidFill>
                  <a:srgbClr val="0070C0"/>
                </a:solidFill>
                <a:effectLst/>
                <a:uLnTx/>
                <a:uFillTx/>
                <a:latin typeface="Comic Sans MS" panose="030F0702030302020204" pitchFamily="66" charset="0"/>
                <a:ea typeface="+mn-ea"/>
                <a:cs typeface="+mn-cs"/>
              </a:rPr>
              <a:t>If too long </a:t>
            </a:r>
            <a:r>
              <a:rPr kumimoji="0" lang="en-US" sz="2000" b="0" i="0" u="none" strike="noStrike" kern="1200" cap="none" spc="0" normalizeH="0" baseline="0" noProof="0" dirty="0">
                <a:ln>
                  <a:noFill/>
                </a:ln>
                <a:solidFill>
                  <a:srgbClr val="0070C0"/>
                </a:solidFill>
                <a:effectLst/>
                <a:uLnTx/>
                <a:uFillTx/>
                <a:latin typeface="Wingdings 3" panose="05040102010807070707" pitchFamily="18" charset="2"/>
                <a:ea typeface="+mn-ea"/>
                <a:cs typeface="+mn-cs"/>
              </a:rPr>
              <a:t></a:t>
            </a:r>
            <a:r>
              <a:rPr kumimoji="0" lang="en-US" sz="2000" b="0" i="0" u="none" strike="noStrike" kern="1200" cap="none" spc="0" normalizeH="0" baseline="0" noProof="0" dirty="0">
                <a:ln>
                  <a:noFill/>
                </a:ln>
                <a:solidFill>
                  <a:srgbClr val="0070C0"/>
                </a:solidFill>
                <a:effectLst/>
                <a:uLnTx/>
                <a:uFillTx/>
                <a:latin typeface="Comic Sans MS" panose="030F0702030302020204" pitchFamily="66" charset="0"/>
                <a:ea typeface="+mn-ea"/>
                <a:cs typeface="+mn-cs"/>
              </a:rPr>
              <a:t> greater opportunity to replay</a:t>
            </a:r>
          </a:p>
          <a:p>
            <a:pPr marL="1200150" marR="0" lvl="1" indent="-457200" algn="l" defTabSz="449580" rtl="0" eaLnBrk="1" fontAlgn="base" latinLnBrk="0" hangingPunct="1">
              <a:lnSpc>
                <a:spcPct val="100000"/>
              </a:lnSpc>
              <a:spcBef>
                <a:spcPts val="700"/>
              </a:spcBef>
              <a:spcAft>
                <a:spcPct val="0"/>
              </a:spcAft>
              <a:buClr>
                <a:srgbClr val="000000"/>
              </a:buClr>
              <a:buSzPct val="100000"/>
              <a:buFont typeface="Times New Roman" panose="02020603050405020304" pitchFamily="18" charset="0"/>
              <a:buNone/>
              <a:tabLst>
                <a:tab pos="340995" algn="l"/>
                <a:tab pos="1255395" algn="l"/>
                <a:tab pos="2169795" algn="l"/>
                <a:tab pos="3084195" algn="l"/>
                <a:tab pos="3998595" algn="l"/>
                <a:tab pos="4912995" algn="l"/>
                <a:tab pos="5827395" algn="l"/>
                <a:tab pos="6741795" algn="l"/>
                <a:tab pos="7656195" algn="l"/>
                <a:tab pos="8570595" algn="l"/>
                <a:tab pos="9484995" algn="l"/>
                <a:tab pos="10399395" algn="l"/>
              </a:tabLst>
              <a:defRPr/>
            </a:pPr>
            <a:r>
              <a:rPr kumimoji="0" lang="en-US" sz="2000" b="0" i="0" u="none" strike="noStrike" kern="1200" cap="none" spc="0" normalizeH="0" baseline="0" noProof="0" dirty="0">
                <a:ln>
                  <a:noFill/>
                </a:ln>
                <a:solidFill>
                  <a:srgbClr val="000000"/>
                </a:solidFill>
                <a:effectLst/>
                <a:uLnTx/>
                <a:uFillTx/>
                <a:latin typeface="Comic Sans MS" panose="030F0702030302020204" pitchFamily="66" charset="0"/>
                <a:ea typeface="+mn-ea"/>
                <a:cs typeface="+mn-cs"/>
              </a:rPr>
              <a:t>	The threat is that an opponent will steal the ticket and us</a:t>
            </a:r>
            <a:r>
              <a:rPr kumimoji="0" lang="sv-SE" sz="2000" b="0" i="0" u="none" strike="noStrike" kern="1200" cap="none" spc="0" normalizeH="0" baseline="0" noProof="0" dirty="0">
                <a:ln>
                  <a:noFill/>
                </a:ln>
                <a:solidFill>
                  <a:srgbClr val="000000"/>
                </a:solidFill>
                <a:effectLst/>
                <a:uLnTx/>
                <a:uFillTx/>
                <a:latin typeface="Comic Sans MS" panose="030F0702030302020204" pitchFamily="66" charset="0"/>
                <a:ea typeface="+mn-ea"/>
                <a:cs typeface="+mn-cs"/>
              </a:rPr>
              <a:t>e</a:t>
            </a:r>
            <a:r>
              <a:rPr kumimoji="0" lang="en-US" sz="2000" b="0" i="0" u="none" strike="noStrike" kern="1200" cap="none" spc="0" normalizeH="0" baseline="0" noProof="0" dirty="0">
                <a:ln>
                  <a:noFill/>
                </a:ln>
                <a:solidFill>
                  <a:srgbClr val="000000"/>
                </a:solidFill>
                <a:effectLst/>
                <a:uLnTx/>
                <a:uFillTx/>
                <a:latin typeface="Comic Sans MS" panose="030F0702030302020204" pitchFamily="66" charset="0"/>
                <a:ea typeface="+mn-ea"/>
                <a:cs typeface="+mn-cs"/>
              </a:rPr>
              <a:t> </a:t>
            </a:r>
            <a:r>
              <a:rPr kumimoji="0" lang="en-US" sz="2000" b="0" i="0" u="none" strike="noStrike" kern="1200" cap="none" spc="0" normalizeH="0" baseline="0" noProof="0" dirty="0" err="1">
                <a:ln>
                  <a:noFill/>
                </a:ln>
                <a:solidFill>
                  <a:srgbClr val="000000"/>
                </a:solidFill>
                <a:effectLst/>
                <a:uLnTx/>
                <a:uFillTx/>
                <a:latin typeface="Comic Sans MS" panose="030F0702030302020204" pitchFamily="66" charset="0"/>
                <a:ea typeface="+mn-ea"/>
                <a:cs typeface="+mn-cs"/>
              </a:rPr>
              <a:t>i</a:t>
            </a:r>
            <a:r>
              <a:rPr kumimoji="0" lang="sv-SE" sz="2000" b="0" i="0" u="none" strike="noStrike" kern="1200" cap="none" spc="0" normalizeH="0" baseline="0" noProof="0" dirty="0">
                <a:ln>
                  <a:noFill/>
                </a:ln>
                <a:solidFill>
                  <a:srgbClr val="000000"/>
                </a:solidFill>
                <a:effectLst/>
                <a:uLnTx/>
                <a:uFillTx/>
                <a:latin typeface="Comic Sans MS" panose="030F0702030302020204" pitchFamily="66" charset="0"/>
                <a:ea typeface="+mn-ea"/>
                <a:cs typeface="+mn-cs"/>
              </a:rPr>
              <a:t>t</a:t>
            </a:r>
            <a:r>
              <a:rPr kumimoji="0" lang="en-US" sz="2000" b="0" i="0" u="none" strike="noStrike" kern="1200" cap="none" spc="0" normalizeH="0" baseline="0" noProof="0" dirty="0">
                <a:ln>
                  <a:noFill/>
                </a:ln>
                <a:solidFill>
                  <a:srgbClr val="000000"/>
                </a:solidFill>
                <a:effectLst/>
                <a:uLnTx/>
                <a:uFillTx/>
                <a:latin typeface="Comic Sans MS" panose="030F0702030302020204" pitchFamily="66" charset="0"/>
                <a:ea typeface="+mn-ea"/>
                <a:cs typeface="+mn-cs"/>
              </a:rPr>
              <a:t> before it expires</a:t>
            </a:r>
          </a:p>
          <a:p>
            <a:pPr marL="1200150" marR="0" lvl="1" indent="-457200" algn="l" defTabSz="449580" rtl="0" eaLnBrk="1" fontAlgn="base" latinLnBrk="0" hangingPunct="1">
              <a:lnSpc>
                <a:spcPct val="100000"/>
              </a:lnSpc>
              <a:spcBef>
                <a:spcPts val="700"/>
              </a:spcBef>
              <a:spcAft>
                <a:spcPct val="0"/>
              </a:spcAft>
              <a:buClr>
                <a:srgbClr val="000000"/>
              </a:buClr>
              <a:buSzPct val="100000"/>
              <a:buFont typeface="Times New Roman" panose="02020603050405020304" pitchFamily="18" charset="0"/>
              <a:buNone/>
              <a:tabLst>
                <a:tab pos="340995" algn="l"/>
                <a:tab pos="1255395" algn="l"/>
                <a:tab pos="2169795" algn="l"/>
                <a:tab pos="3084195" algn="l"/>
                <a:tab pos="3998595" algn="l"/>
                <a:tab pos="4912995" algn="l"/>
                <a:tab pos="5827395" algn="l"/>
                <a:tab pos="6741795" algn="l"/>
                <a:tab pos="7656195" algn="l"/>
                <a:tab pos="8570595" algn="l"/>
                <a:tab pos="9484995" algn="l"/>
                <a:tab pos="10399395" algn="l"/>
              </a:tabLst>
              <a:defRPr/>
            </a:pPr>
            <a:endParaRPr kumimoji="0" lang="en-US" sz="2000" b="0" i="0" u="none" strike="noStrike" kern="1200" cap="none" spc="0" normalizeH="0" baseline="0" noProof="0" dirty="0">
              <a:ln>
                <a:noFill/>
              </a:ln>
              <a:solidFill>
                <a:srgbClr val="000000"/>
              </a:solidFill>
              <a:effectLst/>
              <a:uLnTx/>
              <a:uFillTx/>
              <a:latin typeface="Comic Sans MS" panose="030F0702030302020204" pitchFamily="66" charset="0"/>
              <a:ea typeface="+mn-ea"/>
              <a:cs typeface="+mn-cs"/>
            </a:endParaRPr>
          </a:p>
          <a:p>
            <a:pPr marL="914400" marR="0" lvl="1" indent="-403225" algn="l" defTabSz="449580" rtl="0" eaLnBrk="1" fontAlgn="base" latinLnBrk="0" hangingPunct="1">
              <a:lnSpc>
                <a:spcPct val="100000"/>
              </a:lnSpc>
              <a:spcBef>
                <a:spcPts val="700"/>
              </a:spcBef>
              <a:spcAft>
                <a:spcPct val="0"/>
              </a:spcAft>
              <a:buClr>
                <a:srgbClr val="000000"/>
              </a:buClr>
              <a:buSzPct val="100000"/>
              <a:buFont typeface="Times New Roman" panose="02020603050405020304" pitchFamily="18" charset="0"/>
              <a:buNone/>
              <a:tabLst>
                <a:tab pos="344170" algn="l"/>
                <a:tab pos="1255395" algn="l"/>
                <a:tab pos="2169795" algn="l"/>
                <a:tab pos="3084195" algn="l"/>
                <a:tab pos="3998595" algn="l"/>
                <a:tab pos="4912995" algn="l"/>
                <a:tab pos="5827395" algn="l"/>
                <a:tab pos="6741795" algn="l"/>
                <a:tab pos="7656195" algn="l"/>
                <a:tab pos="8570595" algn="l"/>
                <a:tab pos="9484995" algn="l"/>
                <a:tab pos="10399395" algn="l"/>
              </a:tabLst>
              <a:defRPr/>
            </a:pPr>
            <a:r>
              <a:rPr kumimoji="0" lang="en-US" sz="2000" b="0" i="0" u="none" strike="noStrike" kern="1200" cap="none" spc="0" normalizeH="0" baseline="0" noProof="0" dirty="0">
                <a:ln>
                  <a:noFill/>
                </a:ln>
                <a:solidFill>
                  <a:srgbClr val="FF0000"/>
                </a:solidFill>
                <a:effectLst/>
                <a:uLnTx/>
                <a:uFillTx/>
                <a:latin typeface="Comic Sans MS" panose="030F0702030302020204" pitchFamily="66" charset="0"/>
                <a:ea typeface="+mn-ea"/>
                <a:cs typeface="+mn-cs"/>
              </a:rPr>
              <a:t>2. If opponent captures </a:t>
            </a:r>
            <a:r>
              <a:rPr kumimoji="0" lang="sv-SE" sz="2000" b="0" i="0" u="none" strike="noStrike" kern="1200" cap="none" spc="0" normalizeH="0" baseline="0" noProof="0" dirty="0">
                <a:ln>
                  <a:noFill/>
                </a:ln>
                <a:solidFill>
                  <a:srgbClr val="FF0000"/>
                </a:solidFill>
                <a:effectLst/>
                <a:uLnTx/>
                <a:uFillTx/>
                <a:latin typeface="Comic Sans MS" panose="030F0702030302020204" pitchFamily="66" charset="0"/>
                <a:ea typeface="+mn-ea"/>
                <a:cs typeface="+mn-cs"/>
              </a:rPr>
              <a:t>Ticket</a:t>
            </a:r>
            <a:r>
              <a:rPr kumimoji="0" lang="sv-SE" sz="2000" b="0" i="0" u="none" strike="noStrike" kern="1200" cap="none" spc="0" normalizeH="0" baseline="-25000" noProof="0" dirty="0">
                <a:ln>
                  <a:noFill/>
                </a:ln>
                <a:solidFill>
                  <a:srgbClr val="FF0000"/>
                </a:solidFill>
                <a:effectLst/>
                <a:uLnTx/>
                <a:uFillTx/>
                <a:latin typeface="Comic Sans MS" panose="030F0702030302020204" pitchFamily="66" charset="0"/>
                <a:ea typeface="+mn-ea"/>
                <a:cs typeface="+mn-cs"/>
              </a:rPr>
              <a:t>tgs </a:t>
            </a:r>
            <a:r>
              <a:rPr kumimoji="0" lang="en-US" sz="2000" b="0" i="0" u="none" strike="noStrike" kern="1200" cap="none" spc="0" normalizeH="0" baseline="0" noProof="0" dirty="0">
                <a:ln>
                  <a:noFill/>
                </a:ln>
                <a:solidFill>
                  <a:srgbClr val="FF0000"/>
                </a:solidFill>
                <a:effectLst/>
                <a:uLnTx/>
                <a:uFillTx/>
                <a:latin typeface="Comic Sans MS" panose="030F0702030302020204" pitchFamily="66" charset="0"/>
                <a:ea typeface="+mn-ea"/>
                <a:cs typeface="+mn-cs"/>
              </a:rPr>
              <a:t>and uses it before it expires, the opponent has access to the corresponding service.</a:t>
            </a:r>
          </a:p>
          <a:p>
            <a:pPr marL="1314450" marR="0" lvl="2" indent="-403225" algn="l" defTabSz="449580" rtl="0" eaLnBrk="1" fontAlgn="base" latinLnBrk="0" hangingPunct="1">
              <a:lnSpc>
                <a:spcPct val="100000"/>
              </a:lnSpc>
              <a:spcBef>
                <a:spcPts val="700"/>
              </a:spcBef>
              <a:spcAft>
                <a:spcPct val="0"/>
              </a:spcAft>
              <a:buClr>
                <a:srgbClr val="000000"/>
              </a:buClr>
              <a:buSzPct val="100000"/>
              <a:buFont typeface="Times New Roman" panose="02020603050405020304" pitchFamily="18" charset="0"/>
              <a:buNone/>
              <a:tabLst>
                <a:tab pos="344170" algn="l"/>
                <a:tab pos="1255395" algn="l"/>
                <a:tab pos="2169795" algn="l"/>
                <a:tab pos="3084195" algn="l"/>
                <a:tab pos="3998595" algn="l"/>
                <a:tab pos="4912995" algn="l"/>
                <a:tab pos="5827395" algn="l"/>
                <a:tab pos="6741795" algn="l"/>
                <a:tab pos="7656195" algn="l"/>
                <a:tab pos="8570595" algn="l"/>
                <a:tab pos="9484995" algn="l"/>
                <a:tab pos="10399395" algn="l"/>
              </a:tabLst>
              <a:defRPr/>
            </a:pPr>
            <a:r>
              <a:rPr kumimoji="0" lang="en-US" sz="2000" b="0" i="0" u="none" strike="noStrike" kern="1200" cap="none" spc="0" normalizeH="0" baseline="0" noProof="0" dirty="0">
                <a:ln>
                  <a:noFill/>
                </a:ln>
                <a:solidFill>
                  <a:srgbClr val="FF0000"/>
                </a:solidFill>
                <a:effectLst/>
                <a:uLnTx/>
                <a:uFillTx/>
                <a:latin typeface="Comic Sans MS" panose="030F0702030302020204" pitchFamily="66" charset="0"/>
                <a:ea typeface="+mn-ea"/>
                <a:cs typeface="+mn-cs"/>
              </a:rPr>
              <a:t>Solution to this: </a:t>
            </a:r>
            <a:r>
              <a:rPr kumimoji="0" lang="en-US" sz="2000" b="0" i="0" u="none" strike="noStrike" kern="1200" cap="none" spc="0" normalizeH="0" baseline="0" noProof="0" dirty="0">
                <a:ln>
                  <a:noFill/>
                </a:ln>
                <a:solidFill>
                  <a:schemeClr val="accent2">
                    <a:lumMod val="75000"/>
                  </a:schemeClr>
                </a:solidFill>
                <a:effectLst/>
                <a:uLnTx/>
                <a:uFillTx/>
                <a:latin typeface="Comic Sans MS" panose="030F0702030302020204" pitchFamily="66" charset="0"/>
                <a:ea typeface="+mn-ea"/>
                <a:cs typeface="+mn-cs"/>
              </a:rPr>
              <a:t>So TGS must authenticate itself to the client so that client passes the request to the right TGS  and not to false server.</a:t>
            </a:r>
          </a:p>
          <a:p>
            <a:pPr marL="1314450" marR="0" lvl="2" indent="-403225" algn="l" defTabSz="449580" rtl="0" eaLnBrk="1" fontAlgn="base" latinLnBrk="0" hangingPunct="1">
              <a:lnSpc>
                <a:spcPct val="100000"/>
              </a:lnSpc>
              <a:spcBef>
                <a:spcPts val="700"/>
              </a:spcBef>
              <a:spcAft>
                <a:spcPct val="0"/>
              </a:spcAft>
              <a:buClr>
                <a:srgbClr val="000000"/>
              </a:buClr>
              <a:buSzPct val="100000"/>
              <a:buFont typeface="Times New Roman" panose="02020603050405020304" pitchFamily="18" charset="0"/>
              <a:buNone/>
              <a:tabLst>
                <a:tab pos="344170" algn="l"/>
                <a:tab pos="1255395" algn="l"/>
                <a:tab pos="2169795" algn="l"/>
                <a:tab pos="3084195" algn="l"/>
                <a:tab pos="3998595" algn="l"/>
                <a:tab pos="4912995" algn="l"/>
                <a:tab pos="5827395" algn="l"/>
                <a:tab pos="6741795" algn="l"/>
                <a:tab pos="7656195" algn="l"/>
                <a:tab pos="8570595" algn="l"/>
                <a:tab pos="9484995" algn="l"/>
                <a:tab pos="10399395" algn="l"/>
              </a:tabLst>
              <a:defRPr/>
            </a:pPr>
            <a:r>
              <a:rPr kumimoji="0" lang="en-US" sz="2000" b="0" i="0" u="none" strike="noStrike" kern="1200" cap="none" spc="0" normalizeH="0" baseline="0" noProof="0" dirty="0">
                <a:ln>
                  <a:noFill/>
                </a:ln>
                <a:solidFill>
                  <a:schemeClr val="accent2">
                    <a:lumMod val="75000"/>
                  </a:schemeClr>
                </a:solidFill>
                <a:effectLst/>
                <a:uLnTx/>
                <a:uFillTx/>
                <a:latin typeface="Comic Sans MS" panose="030F0702030302020204" pitchFamily="66" charset="0"/>
                <a:ea typeface="+mn-ea"/>
                <a:cs typeface="+mn-cs"/>
              </a:rPr>
              <a:t>A session key </a:t>
            </a:r>
            <a:r>
              <a:rPr kumimoji="0" lang="sv-SE" sz="2000" b="0" i="0" u="none" strike="noStrike" kern="1200" cap="none" spc="0" normalizeH="0" baseline="0" noProof="0" dirty="0">
                <a:ln>
                  <a:noFill/>
                </a:ln>
                <a:solidFill>
                  <a:schemeClr val="accent2">
                    <a:lumMod val="75000"/>
                  </a:schemeClr>
                </a:solidFill>
                <a:effectLst/>
                <a:uLnTx/>
                <a:uFillTx/>
                <a:latin typeface="Comic Sans MS" panose="030F0702030302020204" pitchFamily="66" charset="0"/>
                <a:ea typeface="+mn-ea"/>
                <a:cs typeface="+mn-cs"/>
              </a:rPr>
              <a:t>K</a:t>
            </a:r>
            <a:r>
              <a:rPr kumimoji="0" lang="sv-SE" sz="2000" b="0" i="0" u="none" strike="noStrike" kern="1200" cap="none" spc="0" normalizeH="0" baseline="-26000" noProof="0" dirty="0">
                <a:ln>
                  <a:noFill/>
                </a:ln>
                <a:solidFill>
                  <a:schemeClr val="accent2">
                    <a:lumMod val="75000"/>
                  </a:schemeClr>
                </a:solidFill>
                <a:effectLst/>
                <a:uLnTx/>
                <a:uFillTx/>
                <a:latin typeface="Comic Sans MS" panose="030F0702030302020204" pitchFamily="66" charset="0"/>
                <a:ea typeface="+mn-ea"/>
                <a:cs typeface="+mn-cs"/>
              </a:rPr>
              <a:t>c,tgs </a:t>
            </a:r>
            <a:r>
              <a:rPr kumimoji="0" lang="en-US" sz="2000" b="0" i="0" u="none" strike="noStrike" kern="1200" cap="none" spc="0" normalizeH="0" baseline="0" noProof="0" dirty="0">
                <a:ln>
                  <a:noFill/>
                </a:ln>
                <a:solidFill>
                  <a:schemeClr val="accent2">
                    <a:lumMod val="75000"/>
                  </a:schemeClr>
                </a:solidFill>
                <a:effectLst/>
                <a:uLnTx/>
                <a:uFillTx/>
                <a:latin typeface="Comic Sans MS" panose="030F0702030302020204" pitchFamily="66" charset="0"/>
                <a:ea typeface="+mn-ea"/>
                <a:cs typeface="+mn-cs"/>
              </a:rPr>
              <a:t>is passed secretly to Client and TGS by AS. </a:t>
            </a:r>
          </a:p>
          <a:p>
            <a:pPr marL="1200150" marR="0" lvl="1" indent="-796925" algn="l" defTabSz="449580" rtl="0" eaLnBrk="1" fontAlgn="base" latinLnBrk="0" hangingPunct="1">
              <a:lnSpc>
                <a:spcPct val="100000"/>
              </a:lnSpc>
              <a:spcBef>
                <a:spcPts val="700"/>
              </a:spcBef>
              <a:spcAft>
                <a:spcPct val="0"/>
              </a:spcAft>
              <a:buClr>
                <a:srgbClr val="000000"/>
              </a:buClr>
              <a:buSzPct val="100000"/>
              <a:buFont typeface="Times New Roman" panose="02020603050405020304" pitchFamily="18" charset="0"/>
              <a:buNone/>
              <a:tabLst>
                <a:tab pos="340995" algn="l"/>
                <a:tab pos="1255395" algn="l"/>
                <a:tab pos="2169795" algn="l"/>
                <a:tab pos="3084195" algn="l"/>
                <a:tab pos="3998595" algn="l"/>
                <a:tab pos="4912995" algn="l"/>
                <a:tab pos="5827395" algn="l"/>
                <a:tab pos="6741795" algn="l"/>
                <a:tab pos="7656195" algn="l"/>
                <a:tab pos="8570595" algn="l"/>
                <a:tab pos="9484995" algn="l"/>
                <a:tab pos="10399395" algn="l"/>
              </a:tabLst>
              <a:defRPr/>
            </a:pPr>
            <a:endParaRPr kumimoji="0" lang="en-US" sz="2000" b="0" i="0" u="none" strike="noStrike" kern="1200" cap="none" spc="0" normalizeH="0" baseline="0" noProof="0" dirty="0">
              <a:ln>
                <a:noFill/>
              </a:ln>
              <a:solidFill>
                <a:srgbClr val="FF0000"/>
              </a:solidFill>
              <a:effectLst/>
              <a:uLnTx/>
              <a:uFillTx/>
              <a:latin typeface="Comic Sans MS" panose="030F0702030302020204" pitchFamily="66" charset="0"/>
              <a:ea typeface="+mn-ea"/>
              <a:cs typeface="+mn-cs"/>
            </a:endParaRPr>
          </a:p>
        </p:txBody>
      </p:sp>
    </p:spTree>
    <p:extLst>
      <p:ext uri="{BB962C8B-B14F-4D97-AF65-F5344CB8AC3E}">
        <p14:creationId xmlns:p14="http://schemas.microsoft.com/office/powerpoint/2010/main" val="3614039172"/>
      </p:ext>
    </p:extLst>
  </p:cSld>
  <p:clrMapOvr>
    <a:masterClrMapping/>
  </p:clrMapOvr>
  <p:transition spd="med"/>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Text Box 1"/>
          <p:cNvSpPr txBox="1">
            <a:spLocks noChangeArrowheads="1"/>
          </p:cNvSpPr>
          <p:nvPr/>
        </p:nvSpPr>
        <p:spPr bwMode="auto">
          <a:xfrm>
            <a:off x="0" y="0"/>
            <a:ext cx="9144000" cy="609600"/>
          </a:xfrm>
          <a:prstGeom prst="rect">
            <a:avLst/>
          </a:prstGeom>
          <a:noFill/>
          <a:ln w="9525">
            <a:noFill/>
            <a:round/>
          </a:ln>
          <a:effectLst/>
        </p:spPr>
        <p:txBody>
          <a:bodyPr lIns="90000" tIns="46800" rIns="90000" bIns="46800"/>
          <a:lstStyle/>
          <a:p>
            <a:pPr marR="0" algn="ctr" defTabSz="449580" eaLnBrk="1" hangingPunct="1">
              <a:lnSpc>
                <a:spcPct val="100000"/>
              </a:lnSpc>
              <a:spcBef>
                <a:spcPct val="0"/>
              </a:spcBef>
              <a:buClr>
                <a:srgbClr val="000000"/>
              </a:buClr>
              <a:buSzPct val="100000"/>
              <a:buFont typeface="Times New Roman" panose="02020603050405020304"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sv-SE" sz="4200" b="1" kern="1200" cap="none" spc="0" normalizeH="0" baseline="0" noProof="0" dirty="0">
                <a:solidFill>
                  <a:srgbClr val="000000"/>
                </a:solidFill>
                <a:effectLst>
                  <a:outerShdw blurRad="38100" dist="38100" dir="2700000" algn="tl">
                    <a:srgbClr val="C0C0C0"/>
                  </a:outerShdw>
                </a:effectLst>
                <a:latin typeface="Comic Sans MS" panose="030F0702030302020204" pitchFamily="66" charset="0"/>
                <a:ea typeface="+mn-ea"/>
                <a:cs typeface="+mn-cs"/>
              </a:rPr>
              <a:t>Version 4 Authentication Dialogue</a:t>
            </a:r>
          </a:p>
        </p:txBody>
      </p:sp>
      <p:pic>
        <p:nvPicPr>
          <p:cNvPr id="51203" name="Picture 2"/>
          <p:cNvPicPr>
            <a:picLocks noChangeAspect="1"/>
          </p:cNvPicPr>
          <p:nvPr/>
        </p:nvPicPr>
        <p:blipFill>
          <a:blip r:embed="rId3"/>
          <a:srcRect l="4385" t="8749" r="5263"/>
          <a:stretch>
            <a:fillRect/>
          </a:stretch>
        </p:blipFill>
        <p:spPr>
          <a:xfrm>
            <a:off x="685800" y="609600"/>
            <a:ext cx="7848600" cy="6248400"/>
          </a:xfrm>
          <a:prstGeom prst="rect">
            <a:avLst/>
          </a:prstGeom>
          <a:noFill/>
          <a:ln w="9525">
            <a:noFill/>
          </a:ln>
        </p:spPr>
      </p:pic>
    </p:spTree>
    <p:extLst>
      <p:ext uri="{BB962C8B-B14F-4D97-AF65-F5344CB8AC3E}">
        <p14:creationId xmlns:p14="http://schemas.microsoft.com/office/powerpoint/2010/main" val="3009251080"/>
      </p:ext>
    </p:extLst>
  </p:cSld>
  <p:clrMapOvr>
    <a:masterClrMapping/>
  </p:clrMapOvr>
  <p:transition spd="med"/>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ext Box 1"/>
          <p:cNvSpPr txBox="1"/>
          <p:nvPr/>
        </p:nvSpPr>
        <p:spPr>
          <a:xfrm>
            <a:off x="6553200" y="6248400"/>
            <a:ext cx="1905000" cy="457200"/>
          </a:xfrm>
          <a:prstGeom prst="rect">
            <a:avLst/>
          </a:prstGeom>
          <a:noFill/>
          <a:ln w="9525">
            <a:noFill/>
          </a:ln>
        </p:spPr>
        <p:txBody>
          <a:bodyPr lIns="90000" tIns="46800" rIns="90000" bIns="46800"/>
          <a:lstStyle/>
          <a:p>
            <a:pPr algn="r" defTabSz="449580">
              <a:lnSpc>
                <a:spcPct val="100000"/>
              </a:lnSpc>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9A0DB2DC-4C9A-4742-B13C-FB6460FD3503}" type="slidenum">
              <a:rPr lang="en-GB" sz="1400" dirty="0">
                <a:solidFill>
                  <a:srgbClr val="000000"/>
                </a:solidFill>
                <a:latin typeface="Times New Roman" panose="02020603050405020304" pitchFamily="18" charset="0"/>
              </a:rPr>
              <a:t>45</a:t>
            </a:fld>
            <a:endParaRPr lang="en-GB" sz="1400" dirty="0">
              <a:solidFill>
                <a:srgbClr val="000000"/>
              </a:solidFill>
              <a:latin typeface="Times New Roman" panose="02020603050405020304" pitchFamily="18" charset="0"/>
            </a:endParaRPr>
          </a:p>
        </p:txBody>
      </p:sp>
      <p:sp>
        <p:nvSpPr>
          <p:cNvPr id="52227" name="Text Box 2"/>
          <p:cNvSpPr txBox="1"/>
          <p:nvPr/>
        </p:nvSpPr>
        <p:spPr>
          <a:xfrm>
            <a:off x="3124200" y="6248400"/>
            <a:ext cx="2895600" cy="457200"/>
          </a:xfrm>
          <a:prstGeom prst="rect">
            <a:avLst/>
          </a:prstGeom>
          <a:noFill/>
          <a:ln w="9525">
            <a:noFill/>
          </a:ln>
        </p:spPr>
        <p:txBody>
          <a:bodyPr lIns="90000" tIns="46800" rIns="90000" bIns="46800"/>
          <a:lstStyle/>
          <a:p>
            <a:pPr algn="ctr" defTabSz="449580">
              <a:lnSpc>
                <a:spcPct val="100000"/>
              </a:lnSpc>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x-none" sz="1400" dirty="0">
                <a:solidFill>
                  <a:srgbClr val="000000"/>
                </a:solidFill>
                <a:latin typeface="Times New Roman" panose="02020603050405020304" pitchFamily="18" charset="0"/>
              </a:rPr>
              <a:t>Henric Johnson</a:t>
            </a:r>
          </a:p>
        </p:txBody>
      </p:sp>
      <p:sp>
        <p:nvSpPr>
          <p:cNvPr id="52228" name="Text Box 3"/>
          <p:cNvSpPr txBox="1"/>
          <p:nvPr/>
        </p:nvSpPr>
        <p:spPr>
          <a:xfrm>
            <a:off x="6553200" y="6248400"/>
            <a:ext cx="1905000" cy="457200"/>
          </a:xfrm>
          <a:prstGeom prst="rect">
            <a:avLst/>
          </a:prstGeom>
          <a:noFill/>
          <a:ln w="9525">
            <a:noFill/>
          </a:ln>
        </p:spPr>
        <p:txBody>
          <a:bodyPr lIns="90000" tIns="46800" rIns="90000" bIns="46800"/>
          <a:lstStyle/>
          <a:p>
            <a:pPr algn="r" defTabSz="449580">
              <a:lnSpc>
                <a:spcPct val="100000"/>
              </a:lnSpc>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9A0DB2DC-4C9A-4742-B13C-FB6460FD3503}" type="slidenum">
              <a:rPr lang="en-US" altLang="x-none" sz="1400" dirty="0">
                <a:solidFill>
                  <a:srgbClr val="000000"/>
                </a:solidFill>
                <a:latin typeface="Times New Roman" panose="02020603050405020304" pitchFamily="18" charset="0"/>
              </a:rPr>
              <a:t>45</a:t>
            </a:fld>
            <a:endParaRPr lang="en-US" altLang="x-none" sz="1400" dirty="0">
              <a:solidFill>
                <a:srgbClr val="000000"/>
              </a:solidFill>
              <a:latin typeface="Times New Roman" panose="02020603050405020304" pitchFamily="18" charset="0"/>
            </a:endParaRPr>
          </a:p>
        </p:txBody>
      </p:sp>
      <p:pic>
        <p:nvPicPr>
          <p:cNvPr id="52229" name="Picture 5"/>
          <p:cNvPicPr>
            <a:picLocks noChangeAspect="1"/>
          </p:cNvPicPr>
          <p:nvPr/>
        </p:nvPicPr>
        <p:blipFill>
          <a:blip r:embed="rId3"/>
          <a:srcRect l="2679"/>
          <a:stretch>
            <a:fillRect/>
          </a:stretch>
        </p:blipFill>
        <p:spPr>
          <a:xfrm>
            <a:off x="228600" y="0"/>
            <a:ext cx="8915400" cy="6858000"/>
          </a:xfrm>
          <a:prstGeom prst="rect">
            <a:avLst/>
          </a:prstGeom>
          <a:noFill/>
          <a:ln w="9525">
            <a:noFill/>
          </a:ln>
        </p:spPr>
      </p:pic>
      <p:sp>
        <p:nvSpPr>
          <p:cNvPr id="52230" name="Rectangle 6"/>
          <p:cNvSpPr/>
          <p:nvPr/>
        </p:nvSpPr>
        <p:spPr>
          <a:xfrm>
            <a:off x="-1524000" y="-1447800"/>
            <a:ext cx="12192000" cy="9753600"/>
          </a:xfrm>
          <a:prstGeom prst="rect">
            <a:avLst/>
          </a:prstGeom>
          <a:noFill/>
          <a:ln w="9525">
            <a:noFill/>
          </a:ln>
        </p:spPr>
        <p:txBody>
          <a:bodyPr wrap="none" anchor="ctr" anchorCtr="0"/>
          <a:lstStyle/>
          <a:p>
            <a:endParaRPr lang="en-US" altLang="x-none" dirty="0">
              <a:latin typeface="Comic Sans MS" panose="030F0702030302020204" pitchFamily="66" charset="0"/>
            </a:endParaRPr>
          </a:p>
        </p:txBody>
      </p:sp>
      <p:sp>
        <p:nvSpPr>
          <p:cNvPr id="26628" name="Text Box 4"/>
          <p:cNvSpPr txBox="1">
            <a:spLocks noChangeArrowheads="1"/>
          </p:cNvSpPr>
          <p:nvPr/>
        </p:nvSpPr>
        <p:spPr bwMode="auto">
          <a:xfrm>
            <a:off x="0" y="0"/>
            <a:ext cx="4495800" cy="533400"/>
          </a:xfrm>
          <a:prstGeom prst="rect">
            <a:avLst/>
          </a:prstGeom>
          <a:noFill/>
          <a:ln w="9525">
            <a:noFill/>
            <a:round/>
          </a:ln>
          <a:effectLst/>
        </p:spPr>
        <p:txBody>
          <a:bodyPr lIns="90000" tIns="46800" rIns="90000" bIns="46800"/>
          <a:lstStyle/>
          <a:p>
            <a:pPr marR="0" defTabSz="449580" eaLnBrk="1" hangingPunct="1">
              <a:lnSpc>
                <a:spcPct val="100000"/>
              </a:lnSpc>
              <a:spcBef>
                <a:spcPct val="0"/>
              </a:spcBef>
              <a:buClr>
                <a:srgbClr val="000000"/>
              </a:buClr>
              <a:buSzPct val="100000"/>
              <a:buFont typeface="Times New Roman" panose="02020603050405020304"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sv-SE" sz="3200" b="1" kern="1200" cap="none" spc="0" normalizeH="0" baseline="0" noProof="0" dirty="0">
                <a:solidFill>
                  <a:schemeClr val="accent2"/>
                </a:solidFill>
                <a:effectLst>
                  <a:outerShdw blurRad="38100" dist="38100" dir="2700000" algn="tl">
                    <a:srgbClr val="C0C0C0"/>
                  </a:outerShdw>
                </a:effectLst>
                <a:latin typeface="Comic Sans MS" panose="030F0702030302020204" pitchFamily="66" charset="0"/>
                <a:ea typeface="+mn-ea"/>
                <a:cs typeface="+mn-cs"/>
              </a:rPr>
              <a:t>Overview of Kerberos</a:t>
            </a:r>
          </a:p>
        </p:txBody>
      </p:sp>
    </p:spTree>
    <p:extLst>
      <p:ext uri="{BB962C8B-B14F-4D97-AF65-F5344CB8AC3E}">
        <p14:creationId xmlns:p14="http://schemas.microsoft.com/office/powerpoint/2010/main" val="4046074114"/>
      </p:ext>
    </p:extLst>
  </p:cSld>
  <p:clrMapOvr>
    <a:masterClrMapping/>
  </p:clrMapOvr>
  <p:transition spd="med"/>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Text Box 1"/>
          <p:cNvSpPr txBox="1"/>
          <p:nvPr/>
        </p:nvSpPr>
        <p:spPr>
          <a:xfrm>
            <a:off x="6553200" y="6248400"/>
            <a:ext cx="1905000" cy="457200"/>
          </a:xfrm>
          <a:prstGeom prst="rect">
            <a:avLst/>
          </a:prstGeom>
          <a:noFill/>
          <a:ln w="9525">
            <a:noFill/>
          </a:ln>
        </p:spPr>
        <p:txBody>
          <a:bodyPr lIns="90000" tIns="46800" rIns="90000" bIns="46800"/>
          <a:lstStyle/>
          <a:p>
            <a:pPr algn="r" defTabSz="449580">
              <a:lnSpc>
                <a:spcPct val="100000"/>
              </a:lnSpc>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9A0DB2DC-4C9A-4742-B13C-FB6460FD3503}" type="slidenum">
              <a:rPr lang="en-GB" sz="1400" dirty="0">
                <a:solidFill>
                  <a:srgbClr val="000000"/>
                </a:solidFill>
                <a:latin typeface="Times New Roman" panose="02020603050405020304" pitchFamily="18" charset="0"/>
              </a:rPr>
              <a:t>46</a:t>
            </a:fld>
            <a:endParaRPr lang="en-GB" sz="1400" dirty="0">
              <a:solidFill>
                <a:srgbClr val="000000"/>
              </a:solidFill>
              <a:latin typeface="Times New Roman" panose="02020603050405020304" pitchFamily="18" charset="0"/>
            </a:endParaRPr>
          </a:p>
        </p:txBody>
      </p:sp>
      <p:sp>
        <p:nvSpPr>
          <p:cNvPr id="4100" name="Text Box 2"/>
          <p:cNvSpPr txBox="1"/>
          <p:nvPr/>
        </p:nvSpPr>
        <p:spPr>
          <a:xfrm>
            <a:off x="3124200" y="6248400"/>
            <a:ext cx="2895600" cy="457200"/>
          </a:xfrm>
          <a:prstGeom prst="rect">
            <a:avLst/>
          </a:prstGeom>
          <a:noFill/>
          <a:ln w="9525">
            <a:noFill/>
          </a:ln>
        </p:spPr>
        <p:txBody>
          <a:bodyPr lIns="90000" tIns="46800" rIns="90000" bIns="46800"/>
          <a:lstStyle/>
          <a:p>
            <a:pPr algn="ctr" defTabSz="449580">
              <a:lnSpc>
                <a:spcPct val="100000"/>
              </a:lnSpc>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x-none" sz="1400" dirty="0">
                <a:solidFill>
                  <a:srgbClr val="000000"/>
                </a:solidFill>
                <a:latin typeface="Times New Roman" panose="02020603050405020304" pitchFamily="18" charset="0"/>
              </a:rPr>
              <a:t>Henric Johnson</a:t>
            </a:r>
          </a:p>
        </p:txBody>
      </p:sp>
      <p:sp>
        <p:nvSpPr>
          <p:cNvPr id="4101" name="Text Box 3"/>
          <p:cNvSpPr txBox="1"/>
          <p:nvPr/>
        </p:nvSpPr>
        <p:spPr>
          <a:xfrm>
            <a:off x="6553200" y="6248400"/>
            <a:ext cx="1905000" cy="457200"/>
          </a:xfrm>
          <a:prstGeom prst="rect">
            <a:avLst/>
          </a:prstGeom>
          <a:noFill/>
          <a:ln w="9525">
            <a:noFill/>
          </a:ln>
        </p:spPr>
        <p:txBody>
          <a:bodyPr lIns="90000" tIns="46800" rIns="90000" bIns="46800"/>
          <a:lstStyle/>
          <a:p>
            <a:pPr algn="r" defTabSz="449580">
              <a:lnSpc>
                <a:spcPct val="100000"/>
              </a:lnSpc>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9A0DB2DC-4C9A-4742-B13C-FB6460FD3503}" type="slidenum">
              <a:rPr lang="en-US" altLang="x-none" sz="1400" dirty="0">
                <a:solidFill>
                  <a:srgbClr val="000000"/>
                </a:solidFill>
                <a:latin typeface="Times New Roman" panose="02020603050405020304" pitchFamily="18" charset="0"/>
              </a:rPr>
              <a:t>46</a:t>
            </a:fld>
            <a:endParaRPr lang="en-US" altLang="x-none" sz="1400" dirty="0">
              <a:solidFill>
                <a:srgbClr val="000000"/>
              </a:solidFill>
              <a:latin typeface="Times New Roman" panose="02020603050405020304" pitchFamily="18" charset="0"/>
            </a:endParaRPr>
          </a:p>
        </p:txBody>
      </p:sp>
      <p:sp>
        <p:nvSpPr>
          <p:cNvPr id="27652" name="Text Box 4"/>
          <p:cNvSpPr txBox="1">
            <a:spLocks noChangeArrowheads="1"/>
          </p:cNvSpPr>
          <p:nvPr/>
        </p:nvSpPr>
        <p:spPr bwMode="auto">
          <a:xfrm>
            <a:off x="0" y="228600"/>
            <a:ext cx="1981200" cy="3048000"/>
          </a:xfrm>
          <a:prstGeom prst="rect">
            <a:avLst/>
          </a:prstGeom>
          <a:noFill/>
          <a:ln w="9525">
            <a:noFill/>
            <a:round/>
          </a:ln>
          <a:effectLst/>
        </p:spPr>
        <p:txBody>
          <a:bodyPr lIns="90000" tIns="46800" rIns="90000" bIns="46800"/>
          <a:lstStyle/>
          <a:p>
            <a:pPr marR="0" algn="ctr" defTabSz="449580" eaLnBrk="1" hangingPunct="1">
              <a:lnSpc>
                <a:spcPct val="100000"/>
              </a:lnSpc>
              <a:spcBef>
                <a:spcPct val="0"/>
              </a:spcBef>
              <a:buClr>
                <a:srgbClr val="000000"/>
              </a:buClr>
              <a:buSzPct val="100000"/>
              <a:buFont typeface="Times New Roman" panose="02020603050405020304"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US" b="1" kern="1200" cap="none" spc="0" normalizeH="0" baseline="0" noProof="0" dirty="0">
                <a:solidFill>
                  <a:srgbClr val="000000"/>
                </a:solidFill>
                <a:effectLst>
                  <a:outerShdw blurRad="38100" dist="38100" dir="2700000" algn="tl">
                    <a:srgbClr val="C0C0C0"/>
                  </a:outerShdw>
                </a:effectLst>
                <a:latin typeface="Comic Sans MS" panose="030F0702030302020204" pitchFamily="66" charset="0"/>
                <a:ea typeface="+mn-ea"/>
                <a:cs typeface="+mn-cs"/>
              </a:rPr>
              <a:t>Request for Service in Another Realm</a:t>
            </a:r>
          </a:p>
        </p:txBody>
      </p:sp>
      <p:sp>
        <p:nvSpPr>
          <p:cNvPr id="4103" name="Rectangle 5"/>
          <p:cNvSpPr/>
          <p:nvPr/>
        </p:nvSpPr>
        <p:spPr>
          <a:xfrm>
            <a:off x="-1524000" y="-1447800"/>
            <a:ext cx="12192000" cy="9753600"/>
          </a:xfrm>
          <a:prstGeom prst="rect">
            <a:avLst/>
          </a:prstGeom>
          <a:noFill/>
          <a:ln w="9525">
            <a:noFill/>
          </a:ln>
        </p:spPr>
        <p:txBody>
          <a:bodyPr wrap="none" anchor="ctr" anchorCtr="0"/>
          <a:lstStyle/>
          <a:p>
            <a:endParaRPr lang="en-US" altLang="x-none" dirty="0">
              <a:latin typeface="Comic Sans MS" panose="030F0702030302020204" pitchFamily="66" charset="0"/>
            </a:endParaRPr>
          </a:p>
        </p:txBody>
      </p:sp>
      <p:sp>
        <p:nvSpPr>
          <p:cNvPr id="4104" name="Rectangle 6"/>
          <p:cNvSpPr/>
          <p:nvPr/>
        </p:nvSpPr>
        <p:spPr>
          <a:xfrm>
            <a:off x="-1524000" y="-1447800"/>
            <a:ext cx="12192000" cy="9753600"/>
          </a:xfrm>
          <a:prstGeom prst="rect">
            <a:avLst/>
          </a:prstGeom>
          <a:noFill/>
          <a:ln w="9525">
            <a:noFill/>
          </a:ln>
        </p:spPr>
        <p:txBody>
          <a:bodyPr wrap="none" anchor="ctr" anchorCtr="0"/>
          <a:lstStyle/>
          <a:p>
            <a:endParaRPr lang="en-US" altLang="x-none" dirty="0">
              <a:latin typeface="Comic Sans MS" panose="030F0702030302020204" pitchFamily="66" charset="0"/>
            </a:endParaRPr>
          </a:p>
        </p:txBody>
      </p:sp>
      <p:sp>
        <p:nvSpPr>
          <p:cNvPr id="4105" name="Rectangle 7"/>
          <p:cNvSpPr/>
          <p:nvPr/>
        </p:nvSpPr>
        <p:spPr>
          <a:xfrm>
            <a:off x="-1524000" y="-1447800"/>
            <a:ext cx="12192000" cy="9753600"/>
          </a:xfrm>
          <a:prstGeom prst="rect">
            <a:avLst/>
          </a:prstGeom>
          <a:noFill/>
          <a:ln w="9525">
            <a:noFill/>
          </a:ln>
        </p:spPr>
        <p:txBody>
          <a:bodyPr wrap="none" anchor="ctr" anchorCtr="0"/>
          <a:lstStyle/>
          <a:p>
            <a:endParaRPr lang="en-US" altLang="x-none" dirty="0">
              <a:latin typeface="Comic Sans MS" panose="030F0702030302020204" pitchFamily="66" charset="0"/>
            </a:endParaRPr>
          </a:p>
        </p:txBody>
      </p:sp>
      <p:sp>
        <p:nvSpPr>
          <p:cNvPr id="4106" name="Rectangle 8"/>
          <p:cNvSpPr/>
          <p:nvPr/>
        </p:nvSpPr>
        <p:spPr>
          <a:xfrm>
            <a:off x="-1524000" y="-1447800"/>
            <a:ext cx="12192000" cy="9753600"/>
          </a:xfrm>
          <a:prstGeom prst="rect">
            <a:avLst/>
          </a:prstGeom>
          <a:noFill/>
          <a:ln w="9525">
            <a:noFill/>
          </a:ln>
        </p:spPr>
        <p:txBody>
          <a:bodyPr wrap="none" anchor="ctr" anchorCtr="0"/>
          <a:lstStyle/>
          <a:p>
            <a:endParaRPr lang="en-US" altLang="x-none" dirty="0">
              <a:latin typeface="Comic Sans MS" panose="030F0702030302020204" pitchFamily="66" charset="0"/>
            </a:endParaRPr>
          </a:p>
        </p:txBody>
      </p:sp>
      <p:sp>
        <p:nvSpPr>
          <p:cNvPr id="4107" name="Rectangle 9"/>
          <p:cNvSpPr/>
          <p:nvPr/>
        </p:nvSpPr>
        <p:spPr>
          <a:xfrm>
            <a:off x="-1524000" y="-1447800"/>
            <a:ext cx="12192000" cy="9753600"/>
          </a:xfrm>
          <a:prstGeom prst="rect">
            <a:avLst/>
          </a:prstGeom>
          <a:noFill/>
          <a:ln w="9525">
            <a:noFill/>
          </a:ln>
        </p:spPr>
        <p:txBody>
          <a:bodyPr wrap="none" anchor="ctr" anchorCtr="0"/>
          <a:lstStyle/>
          <a:p>
            <a:endParaRPr lang="en-US" altLang="x-none" dirty="0">
              <a:latin typeface="Comic Sans MS" panose="030F0702030302020204" pitchFamily="66" charset="0"/>
            </a:endParaRPr>
          </a:p>
        </p:txBody>
      </p:sp>
      <p:sp>
        <p:nvSpPr>
          <p:cNvPr id="4108" name="Rectangle 10"/>
          <p:cNvSpPr/>
          <p:nvPr/>
        </p:nvSpPr>
        <p:spPr>
          <a:xfrm>
            <a:off x="-1524000" y="-1447800"/>
            <a:ext cx="12192000" cy="9753600"/>
          </a:xfrm>
          <a:prstGeom prst="rect">
            <a:avLst/>
          </a:prstGeom>
          <a:noFill/>
          <a:ln w="9525">
            <a:noFill/>
          </a:ln>
        </p:spPr>
        <p:txBody>
          <a:bodyPr wrap="none" anchor="ctr" anchorCtr="0"/>
          <a:lstStyle/>
          <a:p>
            <a:endParaRPr lang="en-US" altLang="x-none" dirty="0">
              <a:latin typeface="Comic Sans MS" panose="030F0702030302020204" pitchFamily="66" charset="0"/>
            </a:endParaRPr>
          </a:p>
        </p:txBody>
      </p:sp>
      <p:sp>
        <p:nvSpPr>
          <p:cNvPr id="4109" name="Rectangle 11"/>
          <p:cNvSpPr/>
          <p:nvPr/>
        </p:nvSpPr>
        <p:spPr>
          <a:xfrm>
            <a:off x="-1524000" y="-1447800"/>
            <a:ext cx="12192000" cy="9753600"/>
          </a:xfrm>
          <a:prstGeom prst="rect">
            <a:avLst/>
          </a:prstGeom>
          <a:noFill/>
          <a:ln w="9525">
            <a:noFill/>
          </a:ln>
        </p:spPr>
        <p:txBody>
          <a:bodyPr wrap="none" anchor="ctr" anchorCtr="0"/>
          <a:lstStyle/>
          <a:p>
            <a:endParaRPr lang="en-US" altLang="x-none" dirty="0">
              <a:latin typeface="Comic Sans MS" panose="030F0702030302020204" pitchFamily="66" charset="0"/>
            </a:endParaRPr>
          </a:p>
        </p:txBody>
      </p:sp>
      <p:sp>
        <p:nvSpPr>
          <p:cNvPr id="4110" name="Rectangle 12"/>
          <p:cNvSpPr/>
          <p:nvPr/>
        </p:nvSpPr>
        <p:spPr>
          <a:xfrm>
            <a:off x="-1524000" y="-1447800"/>
            <a:ext cx="12192000" cy="9753600"/>
          </a:xfrm>
          <a:prstGeom prst="rect">
            <a:avLst/>
          </a:prstGeom>
          <a:noFill/>
          <a:ln w="9525">
            <a:noFill/>
          </a:ln>
        </p:spPr>
        <p:txBody>
          <a:bodyPr wrap="none" anchor="ctr" anchorCtr="0"/>
          <a:lstStyle/>
          <a:p>
            <a:endParaRPr lang="en-US" altLang="x-none" dirty="0">
              <a:latin typeface="Comic Sans MS" panose="030F0702030302020204" pitchFamily="66" charset="0"/>
            </a:endParaRPr>
          </a:p>
        </p:txBody>
      </p:sp>
      <p:sp>
        <p:nvSpPr>
          <p:cNvPr id="4111" name="Rectangle 13"/>
          <p:cNvSpPr/>
          <p:nvPr/>
        </p:nvSpPr>
        <p:spPr>
          <a:xfrm>
            <a:off x="-1524000" y="-1447800"/>
            <a:ext cx="12192000" cy="9753600"/>
          </a:xfrm>
          <a:prstGeom prst="rect">
            <a:avLst/>
          </a:prstGeom>
          <a:noFill/>
          <a:ln w="9525">
            <a:noFill/>
          </a:ln>
        </p:spPr>
        <p:txBody>
          <a:bodyPr wrap="none" anchor="ctr" anchorCtr="0"/>
          <a:lstStyle/>
          <a:p>
            <a:endParaRPr lang="en-US" altLang="x-none" dirty="0">
              <a:latin typeface="Comic Sans MS" panose="030F0702030302020204" pitchFamily="66" charset="0"/>
            </a:endParaRPr>
          </a:p>
        </p:txBody>
      </p:sp>
      <p:sp>
        <p:nvSpPr>
          <p:cNvPr id="4112" name="Rectangle 14"/>
          <p:cNvSpPr/>
          <p:nvPr/>
        </p:nvSpPr>
        <p:spPr>
          <a:xfrm>
            <a:off x="-1524000" y="-1447800"/>
            <a:ext cx="12192000" cy="9753600"/>
          </a:xfrm>
          <a:prstGeom prst="rect">
            <a:avLst/>
          </a:prstGeom>
          <a:noFill/>
          <a:ln w="9525">
            <a:noFill/>
          </a:ln>
        </p:spPr>
        <p:txBody>
          <a:bodyPr wrap="none" anchor="ctr" anchorCtr="0"/>
          <a:lstStyle/>
          <a:p>
            <a:endParaRPr lang="en-US" altLang="x-none" dirty="0">
              <a:latin typeface="Comic Sans MS" panose="030F0702030302020204" pitchFamily="66" charset="0"/>
            </a:endParaRPr>
          </a:p>
        </p:txBody>
      </p:sp>
      <p:sp>
        <p:nvSpPr>
          <p:cNvPr id="4113" name="Rectangle 15"/>
          <p:cNvSpPr/>
          <p:nvPr/>
        </p:nvSpPr>
        <p:spPr>
          <a:xfrm>
            <a:off x="-1524000" y="-1447800"/>
            <a:ext cx="12192000" cy="9753600"/>
          </a:xfrm>
          <a:prstGeom prst="rect">
            <a:avLst/>
          </a:prstGeom>
          <a:noFill/>
          <a:ln w="9525">
            <a:noFill/>
          </a:ln>
        </p:spPr>
        <p:txBody>
          <a:bodyPr wrap="none" anchor="ctr" anchorCtr="0"/>
          <a:lstStyle/>
          <a:p>
            <a:endParaRPr lang="en-US" altLang="x-none" dirty="0">
              <a:latin typeface="Comic Sans MS" panose="030F0702030302020204" pitchFamily="66" charset="0"/>
            </a:endParaRPr>
          </a:p>
        </p:txBody>
      </p:sp>
      <p:sp>
        <p:nvSpPr>
          <p:cNvPr id="4114" name="Rectangle 16"/>
          <p:cNvSpPr/>
          <p:nvPr/>
        </p:nvSpPr>
        <p:spPr>
          <a:xfrm>
            <a:off x="-1524000" y="-1447800"/>
            <a:ext cx="12192000" cy="9753600"/>
          </a:xfrm>
          <a:prstGeom prst="rect">
            <a:avLst/>
          </a:prstGeom>
          <a:noFill/>
          <a:ln w="9525">
            <a:noFill/>
          </a:ln>
        </p:spPr>
        <p:txBody>
          <a:bodyPr wrap="none" anchor="ctr" anchorCtr="0"/>
          <a:lstStyle/>
          <a:p>
            <a:endParaRPr lang="en-US" altLang="x-none" dirty="0">
              <a:latin typeface="Comic Sans MS" panose="030F0702030302020204" pitchFamily="66" charset="0"/>
            </a:endParaRPr>
          </a:p>
        </p:txBody>
      </p:sp>
      <p:sp>
        <p:nvSpPr>
          <p:cNvPr id="4115" name="Rectangle 17"/>
          <p:cNvSpPr/>
          <p:nvPr/>
        </p:nvSpPr>
        <p:spPr>
          <a:xfrm>
            <a:off x="-1524000" y="-1447800"/>
            <a:ext cx="12192000" cy="9753600"/>
          </a:xfrm>
          <a:prstGeom prst="rect">
            <a:avLst/>
          </a:prstGeom>
          <a:noFill/>
          <a:ln w="9525">
            <a:noFill/>
          </a:ln>
        </p:spPr>
        <p:txBody>
          <a:bodyPr wrap="none" anchor="ctr" anchorCtr="0"/>
          <a:lstStyle/>
          <a:p>
            <a:endParaRPr lang="en-US" altLang="x-none" dirty="0">
              <a:latin typeface="Comic Sans MS" panose="030F0702030302020204" pitchFamily="66" charset="0"/>
            </a:endParaRPr>
          </a:p>
        </p:txBody>
      </p:sp>
      <p:sp>
        <p:nvSpPr>
          <p:cNvPr id="4116" name="Rectangle 18"/>
          <p:cNvSpPr/>
          <p:nvPr/>
        </p:nvSpPr>
        <p:spPr>
          <a:xfrm>
            <a:off x="-1524000" y="-1447800"/>
            <a:ext cx="12192000" cy="9753600"/>
          </a:xfrm>
          <a:prstGeom prst="rect">
            <a:avLst/>
          </a:prstGeom>
          <a:noFill/>
          <a:ln w="9525">
            <a:noFill/>
          </a:ln>
        </p:spPr>
        <p:txBody>
          <a:bodyPr wrap="none" anchor="ctr" anchorCtr="0"/>
          <a:lstStyle/>
          <a:p>
            <a:endParaRPr lang="en-US" altLang="x-none" dirty="0">
              <a:latin typeface="Comic Sans MS" panose="030F0702030302020204" pitchFamily="66" charset="0"/>
            </a:endParaRPr>
          </a:p>
        </p:txBody>
      </p:sp>
      <p:sp>
        <p:nvSpPr>
          <p:cNvPr id="4117" name="Rectangle 19"/>
          <p:cNvSpPr/>
          <p:nvPr/>
        </p:nvSpPr>
        <p:spPr>
          <a:xfrm>
            <a:off x="-1524000" y="-1447800"/>
            <a:ext cx="12192000" cy="9753600"/>
          </a:xfrm>
          <a:prstGeom prst="rect">
            <a:avLst/>
          </a:prstGeom>
          <a:noFill/>
          <a:ln w="9525">
            <a:noFill/>
          </a:ln>
        </p:spPr>
        <p:txBody>
          <a:bodyPr wrap="none" anchor="ctr" anchorCtr="0"/>
          <a:lstStyle/>
          <a:p>
            <a:endParaRPr lang="en-US" altLang="x-none" dirty="0">
              <a:latin typeface="Comic Sans MS" panose="030F0702030302020204" pitchFamily="66" charset="0"/>
            </a:endParaRPr>
          </a:p>
        </p:txBody>
      </p:sp>
      <p:sp>
        <p:nvSpPr>
          <p:cNvPr id="4118" name="Rectangle 20"/>
          <p:cNvSpPr/>
          <p:nvPr/>
        </p:nvSpPr>
        <p:spPr>
          <a:xfrm>
            <a:off x="-1524000" y="-1447800"/>
            <a:ext cx="12192000" cy="9753600"/>
          </a:xfrm>
          <a:prstGeom prst="rect">
            <a:avLst/>
          </a:prstGeom>
          <a:noFill/>
          <a:ln w="9525">
            <a:noFill/>
          </a:ln>
        </p:spPr>
        <p:txBody>
          <a:bodyPr wrap="none" anchor="ctr" anchorCtr="0"/>
          <a:lstStyle/>
          <a:p>
            <a:endParaRPr lang="en-US" altLang="x-none" dirty="0">
              <a:latin typeface="Comic Sans MS" panose="030F0702030302020204" pitchFamily="66" charset="0"/>
            </a:endParaRPr>
          </a:p>
        </p:txBody>
      </p:sp>
      <p:sp>
        <p:nvSpPr>
          <p:cNvPr id="4119" name="Rectangle 21"/>
          <p:cNvSpPr/>
          <p:nvPr/>
        </p:nvSpPr>
        <p:spPr>
          <a:xfrm>
            <a:off x="-1524000" y="-1447800"/>
            <a:ext cx="12192000" cy="9753600"/>
          </a:xfrm>
          <a:prstGeom prst="rect">
            <a:avLst/>
          </a:prstGeom>
          <a:noFill/>
          <a:ln w="9525">
            <a:noFill/>
          </a:ln>
        </p:spPr>
        <p:txBody>
          <a:bodyPr wrap="none" anchor="ctr" anchorCtr="0"/>
          <a:lstStyle/>
          <a:p>
            <a:endParaRPr lang="en-US" altLang="x-none" dirty="0">
              <a:latin typeface="Comic Sans MS" panose="030F0702030302020204" pitchFamily="66" charset="0"/>
            </a:endParaRPr>
          </a:p>
        </p:txBody>
      </p:sp>
      <p:sp>
        <p:nvSpPr>
          <p:cNvPr id="4120" name="Rectangle 22"/>
          <p:cNvSpPr/>
          <p:nvPr/>
        </p:nvSpPr>
        <p:spPr>
          <a:xfrm>
            <a:off x="-1524000" y="-1447800"/>
            <a:ext cx="12192000" cy="9753600"/>
          </a:xfrm>
          <a:prstGeom prst="rect">
            <a:avLst/>
          </a:prstGeom>
          <a:noFill/>
          <a:ln w="9525">
            <a:noFill/>
          </a:ln>
        </p:spPr>
        <p:txBody>
          <a:bodyPr wrap="none" anchor="ctr" anchorCtr="0"/>
          <a:lstStyle/>
          <a:p>
            <a:endParaRPr lang="en-US" altLang="x-none" dirty="0">
              <a:latin typeface="Comic Sans MS" panose="030F0702030302020204" pitchFamily="66" charset="0"/>
            </a:endParaRPr>
          </a:p>
        </p:txBody>
      </p:sp>
      <p:sp>
        <p:nvSpPr>
          <p:cNvPr id="4121" name="Rectangle 23"/>
          <p:cNvSpPr/>
          <p:nvPr/>
        </p:nvSpPr>
        <p:spPr>
          <a:xfrm>
            <a:off x="-1524000" y="-1447800"/>
            <a:ext cx="12192000" cy="9753600"/>
          </a:xfrm>
          <a:prstGeom prst="rect">
            <a:avLst/>
          </a:prstGeom>
          <a:noFill/>
          <a:ln w="9525">
            <a:noFill/>
          </a:ln>
        </p:spPr>
        <p:txBody>
          <a:bodyPr wrap="none" anchor="ctr" anchorCtr="0"/>
          <a:lstStyle/>
          <a:p>
            <a:endParaRPr lang="en-US" altLang="x-none" dirty="0">
              <a:latin typeface="Comic Sans MS" panose="030F0702030302020204" pitchFamily="66" charset="0"/>
            </a:endParaRPr>
          </a:p>
        </p:txBody>
      </p:sp>
      <p:sp>
        <p:nvSpPr>
          <p:cNvPr id="4122" name="Text Box 24"/>
          <p:cNvSpPr txBox="1"/>
          <p:nvPr/>
        </p:nvSpPr>
        <p:spPr>
          <a:xfrm>
            <a:off x="990600" y="2057400"/>
            <a:ext cx="6324600" cy="457200"/>
          </a:xfrm>
          <a:prstGeom prst="rect">
            <a:avLst/>
          </a:prstGeom>
          <a:noFill/>
          <a:ln w="9525">
            <a:noFill/>
          </a:ln>
        </p:spPr>
        <p:txBody>
          <a:bodyPr wrap="none" anchor="ctr" anchorCtr="0"/>
          <a:lstStyle/>
          <a:p>
            <a:endParaRPr lang="en-US" altLang="x-none" dirty="0">
              <a:latin typeface="Comic Sans MS" panose="030F0702030302020204" pitchFamily="66" charset="0"/>
            </a:endParaRPr>
          </a:p>
        </p:txBody>
      </p:sp>
      <p:sp>
        <p:nvSpPr>
          <p:cNvPr id="4123" name="Rectangle 25"/>
          <p:cNvSpPr/>
          <p:nvPr/>
        </p:nvSpPr>
        <p:spPr>
          <a:xfrm>
            <a:off x="-1524000" y="-1447800"/>
            <a:ext cx="12192000" cy="9753600"/>
          </a:xfrm>
          <a:prstGeom prst="rect">
            <a:avLst/>
          </a:prstGeom>
          <a:noFill/>
          <a:ln w="9525">
            <a:noFill/>
          </a:ln>
        </p:spPr>
        <p:txBody>
          <a:bodyPr wrap="none" anchor="ctr" anchorCtr="0"/>
          <a:lstStyle/>
          <a:p>
            <a:endParaRPr lang="en-US" altLang="x-none" dirty="0">
              <a:latin typeface="Comic Sans MS" panose="030F0702030302020204" pitchFamily="66" charset="0"/>
            </a:endParaRPr>
          </a:p>
        </p:txBody>
      </p:sp>
      <p:sp>
        <p:nvSpPr>
          <p:cNvPr id="4124" name="Rectangle 26"/>
          <p:cNvSpPr/>
          <p:nvPr/>
        </p:nvSpPr>
        <p:spPr>
          <a:xfrm>
            <a:off x="-1524000" y="-1447800"/>
            <a:ext cx="12192000" cy="9753600"/>
          </a:xfrm>
          <a:prstGeom prst="rect">
            <a:avLst/>
          </a:prstGeom>
          <a:noFill/>
          <a:ln w="9525">
            <a:noFill/>
          </a:ln>
        </p:spPr>
        <p:txBody>
          <a:bodyPr wrap="none" anchor="ctr" anchorCtr="0"/>
          <a:lstStyle/>
          <a:p>
            <a:endParaRPr lang="en-US" altLang="x-none" dirty="0">
              <a:latin typeface="Comic Sans MS" panose="030F0702030302020204" pitchFamily="66" charset="0"/>
            </a:endParaRPr>
          </a:p>
        </p:txBody>
      </p:sp>
      <p:graphicFrame>
        <p:nvGraphicFramePr>
          <p:cNvPr id="4098" name="Object 27"/>
          <p:cNvGraphicFramePr>
            <a:graphicFrameLocks noChangeAspect="1"/>
          </p:cNvGraphicFramePr>
          <p:nvPr/>
        </p:nvGraphicFramePr>
        <p:xfrm>
          <a:off x="1905000" y="0"/>
          <a:ext cx="7239000" cy="6858000"/>
        </p:xfrm>
        <a:graphic>
          <a:graphicData uri="http://schemas.openxmlformats.org/presentationml/2006/ole">
            <mc:AlternateContent xmlns:mc="http://schemas.openxmlformats.org/markup-compatibility/2006">
              <mc:Choice xmlns:v="urn:schemas-microsoft-com:vml" Requires="v">
                <p:oleObj spid="_x0000_s7177" r:id="rId4" imgW="3971925" imgH="4762500" progId="Paint.Picture">
                  <p:embed/>
                </p:oleObj>
              </mc:Choice>
              <mc:Fallback>
                <p:oleObj r:id="rId4" imgW="3971925" imgH="4762500" progId="Paint.Picture">
                  <p:embed/>
                  <p:pic>
                    <p:nvPicPr>
                      <p:cNvPr id="4098" name="Object 27"/>
                      <p:cNvPicPr/>
                      <p:nvPr/>
                    </p:nvPicPr>
                    <p:blipFill>
                      <a:blip r:embed="rId5"/>
                      <a:stretch>
                        <a:fillRect/>
                      </a:stretch>
                    </p:blipFill>
                    <p:spPr>
                      <a:xfrm>
                        <a:off x="1905000" y="0"/>
                        <a:ext cx="7239000" cy="6858000"/>
                      </a:xfrm>
                      <a:prstGeom prst="rect">
                        <a:avLst/>
                      </a:prstGeom>
                      <a:noFill/>
                      <a:ln w="38100">
                        <a:noFill/>
                        <a:miter/>
                      </a:ln>
                    </p:spPr>
                  </p:pic>
                </p:oleObj>
              </mc:Fallback>
            </mc:AlternateContent>
          </a:graphicData>
        </a:graphic>
      </p:graphicFrame>
    </p:spTree>
    <p:extLst>
      <p:ext uri="{BB962C8B-B14F-4D97-AF65-F5344CB8AC3E}">
        <p14:creationId xmlns:p14="http://schemas.microsoft.com/office/powerpoint/2010/main" val="1684686666"/>
      </p:ext>
    </p:extLst>
  </p:cSld>
  <p:clrMapOvr>
    <a:masterClrMapping/>
  </p:clrMapOvr>
  <p:transition spd="med"/>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ext Box 1"/>
          <p:cNvSpPr txBox="1"/>
          <p:nvPr/>
        </p:nvSpPr>
        <p:spPr>
          <a:xfrm>
            <a:off x="6553200" y="6248400"/>
            <a:ext cx="1905000" cy="457200"/>
          </a:xfrm>
          <a:prstGeom prst="rect">
            <a:avLst/>
          </a:prstGeom>
          <a:noFill/>
          <a:ln w="9525">
            <a:noFill/>
          </a:ln>
        </p:spPr>
        <p:txBody>
          <a:bodyPr lIns="90000" tIns="46800" rIns="90000" bIns="46800"/>
          <a:lstStyle/>
          <a:p>
            <a:pPr algn="r" defTabSz="449580">
              <a:lnSpc>
                <a:spcPct val="100000"/>
              </a:lnSpc>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9A0DB2DC-4C9A-4742-B13C-FB6460FD3503}" type="slidenum">
              <a:rPr lang="en-GB" sz="1400" dirty="0">
                <a:solidFill>
                  <a:srgbClr val="000000"/>
                </a:solidFill>
                <a:latin typeface="Times New Roman" panose="02020603050405020304" pitchFamily="18" charset="0"/>
              </a:rPr>
              <a:t>47</a:t>
            </a:fld>
            <a:endParaRPr lang="en-GB" sz="1400" dirty="0">
              <a:solidFill>
                <a:srgbClr val="000000"/>
              </a:solidFill>
              <a:latin typeface="Times New Roman" panose="02020603050405020304" pitchFamily="18" charset="0"/>
            </a:endParaRPr>
          </a:p>
        </p:txBody>
      </p:sp>
      <p:sp>
        <p:nvSpPr>
          <p:cNvPr id="54275" name="Text Box 2"/>
          <p:cNvSpPr txBox="1"/>
          <p:nvPr/>
        </p:nvSpPr>
        <p:spPr>
          <a:xfrm>
            <a:off x="6553200" y="6248400"/>
            <a:ext cx="1905000" cy="457200"/>
          </a:xfrm>
          <a:prstGeom prst="rect">
            <a:avLst/>
          </a:prstGeom>
          <a:noFill/>
          <a:ln w="9525">
            <a:noFill/>
          </a:ln>
        </p:spPr>
        <p:txBody>
          <a:bodyPr lIns="90000" tIns="46800" rIns="90000" bIns="46800"/>
          <a:lstStyle/>
          <a:p>
            <a:pPr algn="r" defTabSz="449580">
              <a:lnSpc>
                <a:spcPct val="100000"/>
              </a:lnSpc>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9A0DB2DC-4C9A-4742-B13C-FB6460FD3503}" type="slidenum">
              <a:rPr lang="en-US" altLang="x-none" sz="1400" dirty="0">
                <a:solidFill>
                  <a:srgbClr val="000000"/>
                </a:solidFill>
                <a:latin typeface="Times New Roman" panose="02020603050405020304" pitchFamily="18" charset="0"/>
              </a:rPr>
              <a:t>47</a:t>
            </a:fld>
            <a:endParaRPr lang="en-US" altLang="x-none" sz="1400" dirty="0">
              <a:solidFill>
                <a:srgbClr val="000000"/>
              </a:solidFill>
              <a:latin typeface="Times New Roman" panose="02020603050405020304" pitchFamily="18" charset="0"/>
            </a:endParaRPr>
          </a:p>
        </p:txBody>
      </p:sp>
      <p:sp>
        <p:nvSpPr>
          <p:cNvPr id="2" name="Text Box 3"/>
          <p:cNvSpPr txBox="1">
            <a:spLocks noChangeArrowheads="1"/>
          </p:cNvSpPr>
          <p:nvPr/>
        </p:nvSpPr>
        <p:spPr bwMode="auto">
          <a:xfrm>
            <a:off x="762000" y="0"/>
            <a:ext cx="7772400" cy="1143000"/>
          </a:xfrm>
          <a:prstGeom prst="rect">
            <a:avLst/>
          </a:prstGeom>
          <a:noFill/>
          <a:ln w="9525">
            <a:noFill/>
            <a:round/>
          </a:ln>
          <a:effectLst/>
        </p:spPr>
        <p:txBody>
          <a:bodyPr lIns="90000" tIns="46800" rIns="90000" bIns="46800"/>
          <a:lstStyle/>
          <a:p>
            <a:pPr marR="0" algn="ctr" defTabSz="449580" eaLnBrk="1" hangingPunct="1">
              <a:lnSpc>
                <a:spcPct val="100000"/>
              </a:lnSpc>
              <a:spcBef>
                <a:spcPct val="0"/>
              </a:spcBef>
              <a:buClr>
                <a:srgbClr val="000000"/>
              </a:buClr>
              <a:buSzPct val="100000"/>
              <a:buFont typeface="Times New Roman" panose="02020603050405020304"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US" sz="4400" b="1" kern="1200" cap="none" spc="0" normalizeH="0" baseline="0" noProof="0" dirty="0">
                <a:solidFill>
                  <a:srgbClr val="000000"/>
                </a:solidFill>
                <a:effectLst>
                  <a:outerShdw blurRad="38100" dist="38100" dir="2700000" algn="tl">
                    <a:srgbClr val="C0C0C0"/>
                  </a:outerShdw>
                </a:effectLst>
                <a:latin typeface="Comic Sans MS" panose="030F0702030302020204" pitchFamily="66" charset="0"/>
                <a:ea typeface="+mn-ea"/>
                <a:cs typeface="+mn-cs"/>
              </a:rPr>
              <a:t>Difference Between Version 4 and 5</a:t>
            </a:r>
          </a:p>
        </p:txBody>
      </p:sp>
      <p:sp>
        <p:nvSpPr>
          <p:cNvPr id="49157" name="Text Box 4"/>
          <p:cNvSpPr txBox="1">
            <a:spLocks noChangeArrowheads="1"/>
          </p:cNvSpPr>
          <p:nvPr/>
        </p:nvSpPr>
        <p:spPr bwMode="auto">
          <a:xfrm>
            <a:off x="457200" y="1447800"/>
            <a:ext cx="8458200" cy="4648200"/>
          </a:xfrm>
          <a:prstGeom prst="rect">
            <a:avLst/>
          </a:prstGeom>
          <a:noFill/>
          <a:ln w="9525">
            <a:noFill/>
            <a:round/>
          </a:ln>
        </p:spPr>
        <p:txBody>
          <a:bodyPr lIns="90000" tIns="46800" rIns="90000" bIns="46800"/>
          <a:lstStyle/>
          <a:p>
            <a:pPr marL="341630" marR="0" indent="-341630" defTabSz="449580" eaLnBrk="1" hangingPunct="1">
              <a:lnSpc>
                <a:spcPct val="100000"/>
              </a:lnSpc>
              <a:spcBef>
                <a:spcPts val="800"/>
              </a:spcBef>
              <a:buClr>
                <a:srgbClr val="000000"/>
              </a:buClr>
              <a:buSzPct val="100000"/>
              <a:buFont typeface="Times New Roman" panose="02020603050405020304" pitchFamily="18" charset="0"/>
              <a:buNone/>
              <a:tabLst>
                <a:tab pos="340995" algn="l"/>
                <a:tab pos="1255395" algn="l"/>
                <a:tab pos="2169795" algn="l"/>
                <a:tab pos="3084195" algn="l"/>
                <a:tab pos="3998595" algn="l"/>
                <a:tab pos="4912995" algn="l"/>
                <a:tab pos="5827395" algn="l"/>
                <a:tab pos="6741795" algn="l"/>
                <a:tab pos="7656195" algn="l"/>
                <a:tab pos="8570595" algn="l"/>
                <a:tab pos="9484995" algn="l"/>
                <a:tab pos="10399395" algn="l"/>
              </a:tabLst>
              <a:defRPr/>
            </a:pPr>
            <a:r>
              <a:rPr kumimoji="0" lang="en-US" sz="3200" kern="1200" cap="none" spc="0" normalizeH="0" baseline="0" noProof="0" dirty="0">
                <a:solidFill>
                  <a:srgbClr val="FF0000"/>
                </a:solidFill>
                <a:latin typeface="Comic Sans MS" panose="030F0702030302020204" pitchFamily="66" charset="0"/>
                <a:ea typeface="+mn-ea"/>
                <a:cs typeface="+mn-cs"/>
              </a:rPr>
              <a:t>A. Environmental Shortcomings</a:t>
            </a:r>
          </a:p>
          <a:p>
            <a:pPr marL="341630" marR="0" indent="-341630" defTabSz="449580" eaLnBrk="1" hangingPunct="1">
              <a:lnSpc>
                <a:spcPct val="100000"/>
              </a:lnSpc>
              <a:spcBef>
                <a:spcPts val="800"/>
              </a:spcBef>
              <a:buClr>
                <a:srgbClr val="000000"/>
              </a:buClr>
              <a:buSzPct val="100000"/>
              <a:buFont typeface="Comic Sans MS" panose="030F0702030302020204" pitchFamily="66" charset="0"/>
              <a:buChar char="•"/>
              <a:tabLst>
                <a:tab pos="340995" algn="l"/>
                <a:tab pos="1255395" algn="l"/>
                <a:tab pos="2169795" algn="l"/>
                <a:tab pos="3084195" algn="l"/>
                <a:tab pos="3998595" algn="l"/>
                <a:tab pos="4912995" algn="l"/>
                <a:tab pos="5827395" algn="l"/>
                <a:tab pos="6741795" algn="l"/>
                <a:tab pos="7656195" algn="l"/>
                <a:tab pos="8570595" algn="l"/>
                <a:tab pos="9484995" algn="l"/>
                <a:tab pos="10399395" algn="l"/>
              </a:tabLst>
              <a:defRPr/>
            </a:pPr>
            <a:r>
              <a:rPr kumimoji="0" lang="en-US" sz="3200" kern="1200" cap="none" spc="0" normalizeH="0" baseline="0" noProof="0" dirty="0">
                <a:solidFill>
                  <a:schemeClr val="accent2">
                    <a:lumMod val="75000"/>
                  </a:schemeClr>
                </a:solidFill>
                <a:latin typeface="Comic Sans MS" panose="030F0702030302020204" pitchFamily="66" charset="0"/>
                <a:ea typeface="+mn-ea"/>
                <a:cs typeface="+mn-cs"/>
              </a:rPr>
              <a:t>Encryption system dependence (</a:t>
            </a:r>
            <a:r>
              <a:rPr kumimoji="0" lang="sv-SE" sz="3200" kern="1200" cap="none" spc="0" normalizeH="0" baseline="0" noProof="0" dirty="0">
                <a:solidFill>
                  <a:schemeClr val="accent2">
                    <a:lumMod val="75000"/>
                  </a:schemeClr>
                </a:solidFill>
                <a:latin typeface="Comic Sans MS" panose="030F0702030302020204" pitchFamily="66" charset="0"/>
                <a:ea typeface="+mn-ea"/>
                <a:cs typeface="+mn-cs"/>
              </a:rPr>
              <a:t>V.4 </a:t>
            </a:r>
            <a:r>
              <a:rPr kumimoji="0" lang="en-US" sz="3200" kern="1200" cap="none" spc="0" normalizeH="0" baseline="0" noProof="0" dirty="0">
                <a:solidFill>
                  <a:schemeClr val="accent2">
                    <a:lumMod val="75000"/>
                  </a:schemeClr>
                </a:solidFill>
                <a:latin typeface="Comic Sans MS" panose="030F0702030302020204" pitchFamily="66" charset="0"/>
                <a:ea typeface="+mn-ea"/>
                <a:cs typeface="+mn-cs"/>
              </a:rPr>
              <a:t>DES)</a:t>
            </a:r>
          </a:p>
          <a:p>
            <a:pPr marL="341630" marR="0" indent="-341630" defTabSz="449580" eaLnBrk="1" hangingPunct="1">
              <a:lnSpc>
                <a:spcPct val="100000"/>
              </a:lnSpc>
              <a:spcBef>
                <a:spcPts val="800"/>
              </a:spcBef>
              <a:buClr>
                <a:srgbClr val="000000"/>
              </a:buClr>
              <a:buSzPct val="100000"/>
              <a:buFont typeface="Comic Sans MS" panose="030F0702030302020204" pitchFamily="66" charset="0"/>
              <a:buChar char="•"/>
              <a:tabLst>
                <a:tab pos="340995" algn="l"/>
                <a:tab pos="1255395" algn="l"/>
                <a:tab pos="2169795" algn="l"/>
                <a:tab pos="3084195" algn="l"/>
                <a:tab pos="3998595" algn="l"/>
                <a:tab pos="4912995" algn="l"/>
                <a:tab pos="5827395" algn="l"/>
                <a:tab pos="6741795" algn="l"/>
                <a:tab pos="7656195" algn="l"/>
                <a:tab pos="8570595" algn="l"/>
                <a:tab pos="9484995" algn="l"/>
                <a:tab pos="10399395" algn="l"/>
              </a:tabLst>
              <a:defRPr/>
            </a:pPr>
            <a:r>
              <a:rPr kumimoji="0" lang="en-US" sz="3200" kern="1200" cap="none" spc="0" normalizeH="0" baseline="0" noProof="0" dirty="0">
                <a:solidFill>
                  <a:schemeClr val="accent2">
                    <a:lumMod val="75000"/>
                  </a:schemeClr>
                </a:solidFill>
                <a:latin typeface="Comic Sans MS" panose="030F0702030302020204" pitchFamily="66" charset="0"/>
                <a:ea typeface="+mn-ea"/>
                <a:cs typeface="+mn-cs"/>
              </a:rPr>
              <a:t>Internet protocol dependence</a:t>
            </a:r>
          </a:p>
          <a:p>
            <a:pPr marL="341630" marR="0" indent="-341630" defTabSz="449580" eaLnBrk="1" hangingPunct="1">
              <a:lnSpc>
                <a:spcPct val="100000"/>
              </a:lnSpc>
              <a:spcBef>
                <a:spcPts val="800"/>
              </a:spcBef>
              <a:buClr>
                <a:srgbClr val="000000"/>
              </a:buClr>
              <a:buSzPct val="100000"/>
              <a:buFont typeface="Comic Sans MS" panose="030F0702030302020204" pitchFamily="66" charset="0"/>
              <a:buChar char="•"/>
              <a:tabLst>
                <a:tab pos="340995" algn="l"/>
                <a:tab pos="1255395" algn="l"/>
                <a:tab pos="2169795" algn="l"/>
                <a:tab pos="3084195" algn="l"/>
                <a:tab pos="3998595" algn="l"/>
                <a:tab pos="4912995" algn="l"/>
                <a:tab pos="5827395" algn="l"/>
                <a:tab pos="6741795" algn="l"/>
                <a:tab pos="7656195" algn="l"/>
                <a:tab pos="8570595" algn="l"/>
                <a:tab pos="9484995" algn="l"/>
                <a:tab pos="10399395" algn="l"/>
              </a:tabLst>
              <a:defRPr/>
            </a:pPr>
            <a:r>
              <a:rPr kumimoji="0" lang="en-US" sz="3200" kern="1200" cap="none" spc="0" normalizeH="0" baseline="0" noProof="0" dirty="0">
                <a:solidFill>
                  <a:schemeClr val="accent2">
                    <a:lumMod val="75000"/>
                  </a:schemeClr>
                </a:solidFill>
                <a:latin typeface="Comic Sans MS" panose="030F0702030302020204" pitchFamily="66" charset="0"/>
                <a:ea typeface="+mn-ea"/>
                <a:cs typeface="+mn-cs"/>
              </a:rPr>
              <a:t>Message byte ordering</a:t>
            </a:r>
          </a:p>
          <a:p>
            <a:pPr marL="341630" marR="0" indent="-341630" defTabSz="449580" eaLnBrk="1" hangingPunct="1">
              <a:lnSpc>
                <a:spcPct val="100000"/>
              </a:lnSpc>
              <a:spcBef>
                <a:spcPts val="800"/>
              </a:spcBef>
              <a:buClr>
                <a:srgbClr val="000000"/>
              </a:buClr>
              <a:buSzPct val="100000"/>
              <a:buFont typeface="Comic Sans MS" panose="030F0702030302020204" pitchFamily="66" charset="0"/>
              <a:buChar char="•"/>
              <a:tabLst>
                <a:tab pos="340995" algn="l"/>
                <a:tab pos="1255395" algn="l"/>
                <a:tab pos="2169795" algn="l"/>
                <a:tab pos="3084195" algn="l"/>
                <a:tab pos="3998595" algn="l"/>
                <a:tab pos="4912995" algn="l"/>
                <a:tab pos="5827395" algn="l"/>
                <a:tab pos="6741795" algn="l"/>
                <a:tab pos="7656195" algn="l"/>
                <a:tab pos="8570595" algn="l"/>
                <a:tab pos="9484995" algn="l"/>
                <a:tab pos="10399395" algn="l"/>
              </a:tabLst>
              <a:defRPr/>
            </a:pPr>
            <a:r>
              <a:rPr kumimoji="0" lang="en-US" sz="3200" kern="1200" cap="none" spc="0" normalizeH="0" baseline="0" noProof="0" dirty="0">
                <a:solidFill>
                  <a:schemeClr val="accent2">
                    <a:lumMod val="75000"/>
                  </a:schemeClr>
                </a:solidFill>
                <a:latin typeface="Comic Sans MS" panose="030F0702030302020204" pitchFamily="66" charset="0"/>
                <a:ea typeface="+mn-ea"/>
                <a:cs typeface="+mn-cs"/>
              </a:rPr>
              <a:t>Ticket lifetime</a:t>
            </a:r>
          </a:p>
          <a:p>
            <a:pPr marL="341630" marR="0" indent="-341630" defTabSz="449580" eaLnBrk="1" hangingPunct="1">
              <a:lnSpc>
                <a:spcPct val="100000"/>
              </a:lnSpc>
              <a:spcBef>
                <a:spcPts val="800"/>
              </a:spcBef>
              <a:buClr>
                <a:srgbClr val="000000"/>
              </a:buClr>
              <a:buSzPct val="100000"/>
              <a:buFont typeface="Comic Sans MS" panose="030F0702030302020204" pitchFamily="66" charset="0"/>
              <a:buChar char="•"/>
              <a:tabLst>
                <a:tab pos="340995" algn="l"/>
                <a:tab pos="1255395" algn="l"/>
                <a:tab pos="2169795" algn="l"/>
                <a:tab pos="3084195" algn="l"/>
                <a:tab pos="3998595" algn="l"/>
                <a:tab pos="4912995" algn="l"/>
                <a:tab pos="5827395" algn="l"/>
                <a:tab pos="6741795" algn="l"/>
                <a:tab pos="7656195" algn="l"/>
                <a:tab pos="8570595" algn="l"/>
                <a:tab pos="9484995" algn="l"/>
                <a:tab pos="10399395" algn="l"/>
              </a:tabLst>
              <a:defRPr/>
            </a:pPr>
            <a:r>
              <a:rPr kumimoji="0" lang="en-US" sz="3200" kern="1200" cap="none" spc="0" normalizeH="0" baseline="0" noProof="0" dirty="0">
                <a:solidFill>
                  <a:schemeClr val="accent2">
                    <a:lumMod val="75000"/>
                  </a:schemeClr>
                </a:solidFill>
                <a:latin typeface="Comic Sans MS" panose="030F0702030302020204" pitchFamily="66" charset="0"/>
                <a:ea typeface="+mn-ea"/>
                <a:cs typeface="+mn-cs"/>
              </a:rPr>
              <a:t>Authentication forwarding</a:t>
            </a:r>
          </a:p>
          <a:p>
            <a:pPr marL="341630" marR="0" indent="-341630" defTabSz="449580" eaLnBrk="1" hangingPunct="1">
              <a:lnSpc>
                <a:spcPct val="100000"/>
              </a:lnSpc>
              <a:spcBef>
                <a:spcPts val="800"/>
              </a:spcBef>
              <a:buClr>
                <a:srgbClr val="000000"/>
              </a:buClr>
              <a:buSzPct val="100000"/>
              <a:buFont typeface="Comic Sans MS" panose="030F0702030302020204" pitchFamily="66" charset="0"/>
              <a:buChar char="•"/>
              <a:tabLst>
                <a:tab pos="340995" algn="l"/>
                <a:tab pos="1255395" algn="l"/>
                <a:tab pos="2169795" algn="l"/>
                <a:tab pos="3084195" algn="l"/>
                <a:tab pos="3998595" algn="l"/>
                <a:tab pos="4912995" algn="l"/>
                <a:tab pos="5827395" algn="l"/>
                <a:tab pos="6741795" algn="l"/>
                <a:tab pos="7656195" algn="l"/>
                <a:tab pos="8570595" algn="l"/>
                <a:tab pos="9484995" algn="l"/>
                <a:tab pos="10399395" algn="l"/>
              </a:tabLst>
              <a:defRPr/>
            </a:pPr>
            <a:r>
              <a:rPr kumimoji="0" lang="en-US" sz="3200" kern="1200" cap="none" spc="0" normalizeH="0" baseline="0" noProof="0" dirty="0" err="1">
                <a:solidFill>
                  <a:schemeClr val="accent2">
                    <a:lumMod val="75000"/>
                  </a:schemeClr>
                </a:solidFill>
                <a:latin typeface="Comic Sans MS" panose="030F0702030302020204" pitchFamily="66" charset="0"/>
                <a:ea typeface="+mn-ea"/>
                <a:cs typeface="+mn-cs"/>
              </a:rPr>
              <a:t>Interrealm</a:t>
            </a:r>
            <a:r>
              <a:rPr kumimoji="0" lang="en-US" sz="3200" kern="1200" cap="none" spc="0" normalizeH="0" baseline="0" noProof="0" dirty="0">
                <a:solidFill>
                  <a:schemeClr val="accent2">
                    <a:lumMod val="75000"/>
                  </a:schemeClr>
                </a:solidFill>
                <a:latin typeface="Comic Sans MS" panose="030F0702030302020204" pitchFamily="66" charset="0"/>
                <a:ea typeface="+mn-ea"/>
                <a:cs typeface="+mn-cs"/>
              </a:rPr>
              <a:t> authentication</a:t>
            </a:r>
          </a:p>
        </p:txBody>
      </p:sp>
    </p:spTree>
    <p:extLst>
      <p:ext uri="{BB962C8B-B14F-4D97-AF65-F5344CB8AC3E}">
        <p14:creationId xmlns:p14="http://schemas.microsoft.com/office/powerpoint/2010/main" val="1089685989"/>
      </p:ext>
    </p:extLst>
  </p:cSld>
  <p:clrMapOvr>
    <a:masterClrMapping/>
  </p:clrMapOvr>
  <p:transition spd="med"/>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p:cNvSpPr>
          <p:nvPr>
            <p:ph type="title"/>
          </p:nvPr>
        </p:nvSpPr>
        <p:spPr>
          <a:xfrm>
            <a:off x="838200" y="0"/>
            <a:ext cx="7770813" cy="1433513"/>
          </a:xfrm>
          <a:ln/>
        </p:spPr>
        <p:txBody>
          <a:bodyPr vert="horz" wrap="square" lIns="90000" tIns="46800" rIns="90000" bIns="46800" anchor="ctr" anchorCtr="0"/>
          <a:lstStyle/>
          <a:p>
            <a:r>
              <a:rPr lang="en-US" altLang="x-none" sz="3200" dirty="0"/>
              <a:t>Differences Between V4 and V5 …</a:t>
            </a:r>
          </a:p>
        </p:txBody>
      </p:sp>
      <p:sp>
        <p:nvSpPr>
          <p:cNvPr id="381955" name="Rectangle 3"/>
          <p:cNvSpPr>
            <a:spLocks noGrp="1" noChangeArrowheads="1"/>
          </p:cNvSpPr>
          <p:nvPr>
            <p:ph idx="1"/>
          </p:nvPr>
        </p:nvSpPr>
        <p:spPr>
          <a:xfrm>
            <a:off x="609600" y="1066800"/>
            <a:ext cx="8229600" cy="4876800"/>
          </a:xfrm>
        </p:spPr>
        <p:txBody>
          <a:bodyPr vert="horz" wrap="square" lIns="90000" tIns="46800" rIns="90000" bIns="46800" numCol="1" anchor="t" anchorCtr="0" compatLnSpc="1"/>
          <a:lstStyle/>
          <a:p>
            <a:pPr marL="342900" marR="0" lvl="0" indent="-342900" algn="l" defTabSz="449580" rtl="0" eaLnBrk="0" fontAlgn="base" latinLnBrk="0" hangingPunct="0">
              <a:lnSpc>
                <a:spcPct val="90000"/>
              </a:lnSpc>
              <a:spcBef>
                <a:spcPts val="800"/>
              </a:spcBef>
              <a:spcAft>
                <a:spcPct val="0"/>
              </a:spcAft>
              <a:buClr>
                <a:srgbClr val="000000"/>
              </a:buClr>
              <a:buSzPct val="100000"/>
              <a:buFont typeface="Times New Roman" panose="02020603050405020304" pitchFamily="18" charset="0"/>
              <a:buNone/>
              <a:defRPr/>
            </a:pPr>
            <a:r>
              <a:rPr kumimoji="0" lang="en-US" sz="2800" b="0" i="0" u="none" strike="noStrike" kern="0" cap="none" spc="0" normalizeH="0" baseline="0" noProof="0" dirty="0" smtClean="0">
                <a:ln>
                  <a:noFill/>
                </a:ln>
                <a:solidFill>
                  <a:srgbClr val="C00000"/>
                </a:solidFill>
                <a:effectLst/>
                <a:uLnTx/>
                <a:uFillTx/>
                <a:latin typeface="+mn-lt"/>
                <a:ea typeface="+mn-ea"/>
                <a:cs typeface="+mn-cs"/>
              </a:rPr>
              <a:t>B. Technical deficiencies</a:t>
            </a:r>
          </a:p>
          <a:p>
            <a:pPr marL="742950" marR="0" lvl="1" indent="-285750" algn="l" defTabSz="449580" rtl="0" eaLnBrk="0" fontAlgn="base" latinLnBrk="0" hangingPunct="0">
              <a:lnSpc>
                <a:spcPct val="90000"/>
              </a:lnSpc>
              <a:spcBef>
                <a:spcPts val="700"/>
              </a:spcBef>
              <a:spcAft>
                <a:spcPct val="0"/>
              </a:spcAft>
              <a:buClr>
                <a:srgbClr val="000000"/>
              </a:buClr>
              <a:buSzPct val="100000"/>
              <a:buFont typeface="Arial" panose="020B0604020202020204" pitchFamily="34" charset="0"/>
              <a:buChar char="•"/>
              <a:defRPr/>
            </a:pPr>
            <a:r>
              <a:rPr kumimoji="0" lang="en-US" sz="2400" b="0" i="0" u="none" strike="noStrike" kern="0" cap="none" spc="0" normalizeH="0" baseline="0" noProof="0" dirty="0" smtClean="0">
                <a:ln>
                  <a:noFill/>
                </a:ln>
                <a:solidFill>
                  <a:schemeClr val="accent2">
                    <a:lumMod val="75000"/>
                  </a:schemeClr>
                </a:solidFill>
                <a:effectLst/>
                <a:uLnTx/>
                <a:uFillTx/>
                <a:latin typeface="+mn-lt"/>
                <a:ea typeface="+mn-ea"/>
                <a:cs typeface="+mn-cs"/>
              </a:rPr>
              <a:t>Double encryption:</a:t>
            </a:r>
          </a:p>
          <a:p>
            <a:pPr marL="742950" marR="0" lvl="1" indent="-285750" algn="l" defTabSz="449580" rtl="0" eaLnBrk="0" fontAlgn="base" latinLnBrk="0" hangingPunct="0">
              <a:lnSpc>
                <a:spcPct val="90000"/>
              </a:lnSpc>
              <a:spcBef>
                <a:spcPts val="700"/>
              </a:spcBef>
              <a:spcAft>
                <a:spcPct val="0"/>
              </a:spcAft>
              <a:buClr>
                <a:srgbClr val="000000"/>
              </a:buClr>
              <a:buSzPct val="100000"/>
              <a:buFont typeface="Arial" panose="020B0604020202020204" pitchFamily="34" charset="0"/>
              <a:buChar char="•"/>
              <a:defRPr/>
            </a:pPr>
            <a:r>
              <a:rPr kumimoji="0" lang="en-US" sz="2400" b="0" i="0" u="none" strike="noStrike" kern="0" cap="none" spc="0" normalizeH="0" baseline="0" noProof="0" dirty="0" smtClean="0">
                <a:ln>
                  <a:noFill/>
                </a:ln>
                <a:solidFill>
                  <a:schemeClr val="accent2">
                    <a:lumMod val="75000"/>
                  </a:schemeClr>
                </a:solidFill>
                <a:effectLst/>
                <a:uLnTx/>
                <a:uFillTx/>
                <a:latin typeface="+mn-lt"/>
                <a:ea typeface="+mn-ea"/>
                <a:cs typeface="+mn-cs"/>
              </a:rPr>
              <a:t>PCBC encryption</a:t>
            </a:r>
            <a:r>
              <a:rPr kumimoji="0" lang="en-US" sz="2400" b="0" i="0" u="none" strike="noStrike" kern="0" cap="none" spc="0" normalizeH="0" baseline="0" noProof="0" dirty="0" smtClean="0">
                <a:ln>
                  <a:noFill/>
                </a:ln>
                <a:solidFill>
                  <a:srgbClr val="000000"/>
                </a:solidFill>
                <a:effectLst/>
                <a:uLnTx/>
                <a:uFillTx/>
                <a:latin typeface="+mn-lt"/>
                <a:ea typeface="+mn-ea"/>
                <a:cs typeface="+mn-cs"/>
              </a:rPr>
              <a:t>: Propagating CBC is used in V4 and this is non-standard. In V5 CBC is used. </a:t>
            </a:r>
          </a:p>
          <a:p>
            <a:pPr marL="742950" marR="0" lvl="1" indent="-285750" algn="l" defTabSz="449580" rtl="0" eaLnBrk="0" fontAlgn="base" latinLnBrk="0" hangingPunct="0">
              <a:lnSpc>
                <a:spcPct val="90000"/>
              </a:lnSpc>
              <a:spcBef>
                <a:spcPts val="700"/>
              </a:spcBef>
              <a:spcAft>
                <a:spcPct val="0"/>
              </a:spcAft>
              <a:buClr>
                <a:srgbClr val="000000"/>
              </a:buClr>
              <a:buSzPct val="100000"/>
              <a:buFont typeface="Arial" panose="020B0604020202020204" pitchFamily="34" charset="0"/>
              <a:buChar char="•"/>
              <a:defRPr/>
            </a:pPr>
            <a:r>
              <a:rPr kumimoji="0" lang="en-US" sz="2400" b="0" i="0" u="none" strike="noStrike" kern="0" cap="none" spc="0" normalizeH="0" baseline="0" noProof="0" dirty="0" smtClean="0">
                <a:ln>
                  <a:noFill/>
                </a:ln>
                <a:solidFill>
                  <a:schemeClr val="accent2">
                    <a:lumMod val="75000"/>
                  </a:schemeClr>
                </a:solidFill>
                <a:effectLst/>
                <a:uLnTx/>
                <a:uFillTx/>
                <a:latin typeface="+mn-lt"/>
                <a:ea typeface="+mn-ea"/>
                <a:cs typeface="+mn-cs"/>
              </a:rPr>
              <a:t>Session key:</a:t>
            </a:r>
            <a:r>
              <a:rPr kumimoji="0" lang="en-US" sz="2400" b="0" i="0" u="none" strike="noStrike" kern="0" cap="none" spc="0" normalizeH="0" baseline="0" noProof="0" dirty="0" smtClean="0">
                <a:ln>
                  <a:noFill/>
                </a:ln>
                <a:solidFill>
                  <a:srgbClr val="000000"/>
                </a:solidFill>
                <a:effectLst/>
                <a:uLnTx/>
                <a:uFillTx/>
                <a:latin typeface="+mn-lt"/>
                <a:ea typeface="+mn-ea"/>
                <a:cs typeface="+mn-cs"/>
              </a:rPr>
              <a:t> Each ticket includes a session key that can be used to encrypt the authenticator. Since the same key is used repeatedly to gain a service from  particular server, there is a risk that an opponent can replay messages from an old session to the client or server. In V5 this is avoided by requiring a sub session key which is used only for one connection. </a:t>
            </a:r>
          </a:p>
          <a:p>
            <a:pPr marL="742950" marR="0" lvl="1" indent="-285750" algn="l" defTabSz="449580" rtl="0" eaLnBrk="0" fontAlgn="base" latinLnBrk="0" hangingPunct="0">
              <a:lnSpc>
                <a:spcPct val="90000"/>
              </a:lnSpc>
              <a:spcBef>
                <a:spcPts val="700"/>
              </a:spcBef>
              <a:spcAft>
                <a:spcPct val="0"/>
              </a:spcAft>
              <a:buClr>
                <a:srgbClr val="000000"/>
              </a:buClr>
              <a:buSzPct val="100000"/>
              <a:buFont typeface="Times New Roman" panose="02020603050405020304" pitchFamily="18" charset="0"/>
              <a:buChar char="–"/>
              <a:defRPr/>
            </a:pPr>
            <a:endParaRPr kumimoji="0" lang="en-US" sz="2000" b="0" i="0" u="none" strike="noStrike" kern="0" cap="none" spc="0" normalizeH="0" baseline="0" noProof="0" dirty="0">
              <a:ln>
                <a:noFill/>
              </a:ln>
              <a:solidFill>
                <a:srgbClr val="000000"/>
              </a:solidFill>
              <a:effectLst/>
              <a:uLnTx/>
              <a:uFillTx/>
              <a:latin typeface="+mn-lt"/>
              <a:ea typeface="+mn-ea"/>
              <a:cs typeface="+mn-cs"/>
            </a:endParaRPr>
          </a:p>
        </p:txBody>
      </p:sp>
    </p:spTree>
    <p:extLst>
      <p:ext uri="{BB962C8B-B14F-4D97-AF65-F5344CB8AC3E}">
        <p14:creationId xmlns:p14="http://schemas.microsoft.com/office/powerpoint/2010/main" val="3881979691"/>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ext Box 1"/>
          <p:cNvSpPr txBox="1"/>
          <p:nvPr/>
        </p:nvSpPr>
        <p:spPr>
          <a:xfrm>
            <a:off x="6553200" y="6248400"/>
            <a:ext cx="1905000" cy="457200"/>
          </a:xfrm>
          <a:prstGeom prst="rect">
            <a:avLst/>
          </a:prstGeom>
          <a:noFill/>
          <a:ln w="9525">
            <a:noFill/>
          </a:ln>
        </p:spPr>
        <p:txBody>
          <a:bodyPr lIns="90000" tIns="46800" rIns="90000" bIns="46800"/>
          <a:lstStyle/>
          <a:p>
            <a:pPr algn="r" defTabSz="449580">
              <a:lnSpc>
                <a:spcPct val="100000"/>
              </a:lnSpc>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9A0DB2DC-4C9A-4742-B13C-FB6460FD3503}" type="slidenum">
              <a:rPr lang="en-GB" sz="1400" dirty="0">
                <a:solidFill>
                  <a:srgbClr val="000000"/>
                </a:solidFill>
                <a:latin typeface="Times New Roman" panose="02020603050405020304" pitchFamily="18" charset="0"/>
              </a:rPr>
              <a:t>49</a:t>
            </a:fld>
            <a:endParaRPr lang="en-GB" sz="1400" dirty="0">
              <a:solidFill>
                <a:srgbClr val="000000"/>
              </a:solidFill>
              <a:latin typeface="Times New Roman" panose="02020603050405020304" pitchFamily="18" charset="0"/>
            </a:endParaRPr>
          </a:p>
        </p:txBody>
      </p:sp>
      <p:sp>
        <p:nvSpPr>
          <p:cNvPr id="2" name="Text Box 3"/>
          <p:cNvSpPr txBox="1">
            <a:spLocks noChangeArrowheads="1"/>
          </p:cNvSpPr>
          <p:nvPr/>
        </p:nvSpPr>
        <p:spPr bwMode="auto">
          <a:xfrm>
            <a:off x="0" y="0"/>
            <a:ext cx="9144000" cy="609600"/>
          </a:xfrm>
          <a:prstGeom prst="rect">
            <a:avLst/>
          </a:prstGeom>
          <a:noFill/>
          <a:ln w="9525">
            <a:noFill/>
            <a:round/>
          </a:ln>
          <a:effectLst/>
        </p:spPr>
        <p:txBody>
          <a:bodyPr lIns="90000" tIns="46800" rIns="90000" bIns="46800"/>
          <a:lstStyle/>
          <a:p>
            <a:pPr marR="0" algn="ctr" defTabSz="449580" eaLnBrk="1" hangingPunct="1">
              <a:lnSpc>
                <a:spcPct val="100000"/>
              </a:lnSpc>
              <a:spcBef>
                <a:spcPct val="0"/>
              </a:spcBef>
              <a:buClr>
                <a:srgbClr val="000000"/>
              </a:buClr>
              <a:buSzPct val="100000"/>
              <a:buFont typeface="Times New Roman" panose="02020603050405020304"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sv-SE" sz="4200" b="1" kern="1200" cap="none" spc="0" normalizeH="0" baseline="0" noProof="0" dirty="0">
                <a:solidFill>
                  <a:srgbClr val="000000"/>
                </a:solidFill>
                <a:effectLst>
                  <a:outerShdw blurRad="38100" dist="38100" dir="2700000" algn="tl">
                    <a:srgbClr val="C0C0C0"/>
                  </a:outerShdw>
                </a:effectLst>
                <a:latin typeface="Comic Sans MS" panose="030F0702030302020204" pitchFamily="66" charset="0"/>
                <a:ea typeface="+mn-ea"/>
                <a:cs typeface="+mn-cs"/>
              </a:rPr>
              <a:t>Version 5 Authentication Dialogue</a:t>
            </a:r>
          </a:p>
        </p:txBody>
      </p:sp>
      <p:pic>
        <p:nvPicPr>
          <p:cNvPr id="56324" name="Picture 2"/>
          <p:cNvPicPr>
            <a:picLocks noChangeAspect="1"/>
          </p:cNvPicPr>
          <p:nvPr/>
        </p:nvPicPr>
        <p:blipFill>
          <a:blip r:embed="rId3"/>
          <a:srcRect l="3226" t="12659" r="4785" b="6390"/>
          <a:stretch>
            <a:fillRect/>
          </a:stretch>
        </p:blipFill>
        <p:spPr>
          <a:xfrm>
            <a:off x="0" y="609600"/>
            <a:ext cx="9144000" cy="6248400"/>
          </a:xfrm>
          <a:prstGeom prst="rect">
            <a:avLst/>
          </a:prstGeom>
          <a:noFill/>
          <a:ln w="9525">
            <a:noFill/>
          </a:ln>
        </p:spPr>
      </p:pic>
    </p:spTree>
    <p:extLst>
      <p:ext uri="{BB962C8B-B14F-4D97-AF65-F5344CB8AC3E}">
        <p14:creationId xmlns:p14="http://schemas.microsoft.com/office/powerpoint/2010/main" val="2614473737"/>
      </p:ext>
    </p:extLst>
  </p:cSld>
  <p:clrMapOvr>
    <a:masterClrMapping/>
  </p:clrMapOvr>
  <p:transition spd="med"/>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sv-SE" sz="4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Pretty Good Privacy</a:t>
            </a:r>
            <a:endParaRPr kumimoji="0" lang="en-US" sz="4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7171" name="Rectangle 3"/>
          <p:cNvSpPr>
            <a:spLocks noGrp="1"/>
          </p:cNvSpPr>
          <p:nvPr>
            <p:ph idx="1"/>
          </p:nvPr>
        </p:nvSpPr>
        <p:spPr>
          <a:ln/>
        </p:spPr>
        <p:txBody>
          <a:bodyPr vert="horz" wrap="square" lIns="91440" tIns="45720" rIns="91440" bIns="45720" anchor="t" anchorCtr="0"/>
          <a:lstStyle/>
          <a:p>
            <a:pPr eaLnBrk="1" hangingPunct="1"/>
            <a:r>
              <a:rPr lang="sv-SE" altLang="x-none" dirty="0"/>
              <a:t>Philip R. Zimmerman is the creator of PGP.</a:t>
            </a:r>
          </a:p>
          <a:p>
            <a:pPr eaLnBrk="1" hangingPunct="1"/>
            <a:r>
              <a:rPr dirty="0"/>
              <a:t>PGP </a:t>
            </a:r>
            <a:r>
              <a:rPr lang="sv-SE" altLang="x-none" dirty="0"/>
              <a:t>provides a confidentiality and authentication service that can be used for electronic mail and file storage applications.</a:t>
            </a:r>
          </a:p>
          <a:p>
            <a:pPr eaLnBrk="1" hangingPunct="1"/>
            <a:endParaRPr dirty="0"/>
          </a:p>
        </p:txBody>
      </p:sp>
    </p:spTree>
    <p:extLst>
      <p:ext uri="{BB962C8B-B14F-4D97-AF65-F5344CB8AC3E}">
        <p14:creationId xmlns:p14="http://schemas.microsoft.com/office/powerpoint/2010/main" val="152260312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sv-SE" sz="44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Why Is PGP Popular?</a:t>
            </a:r>
            <a:endParaRPr kumimoji="0" lang="en-US" sz="4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8195" name="Rectangle 3"/>
          <p:cNvSpPr>
            <a:spLocks noGrp="1"/>
          </p:cNvSpPr>
          <p:nvPr>
            <p:ph idx="1"/>
          </p:nvPr>
        </p:nvSpPr>
        <p:spPr>
          <a:ln/>
        </p:spPr>
        <p:txBody>
          <a:bodyPr vert="horz" wrap="square" lIns="91440" tIns="45720" rIns="91440" bIns="45720" anchor="t" anchorCtr="0"/>
          <a:lstStyle/>
          <a:p>
            <a:pPr eaLnBrk="1" hangingPunct="1"/>
            <a:r>
              <a:rPr lang="sv-SE" altLang="x-none" dirty="0"/>
              <a:t>It is availiable free on a variety of platforms.</a:t>
            </a:r>
          </a:p>
          <a:p>
            <a:pPr eaLnBrk="1" hangingPunct="1"/>
            <a:r>
              <a:rPr dirty="0"/>
              <a:t>Based on well know</a:t>
            </a:r>
            <a:r>
              <a:rPr lang="sv-SE" altLang="x-none" dirty="0"/>
              <a:t>n</a:t>
            </a:r>
            <a:r>
              <a:rPr dirty="0"/>
              <a:t> algorithms</a:t>
            </a:r>
            <a:r>
              <a:rPr lang="sv-SE" altLang="x-none" dirty="0"/>
              <a:t>.</a:t>
            </a:r>
          </a:p>
          <a:p>
            <a:pPr eaLnBrk="1" hangingPunct="1"/>
            <a:r>
              <a:rPr lang="sv-SE" altLang="x-none" dirty="0"/>
              <a:t>Wide range of applicability</a:t>
            </a:r>
          </a:p>
          <a:p>
            <a:pPr eaLnBrk="1" hangingPunct="1"/>
            <a:r>
              <a:rPr lang="sv-SE" altLang="x-none" dirty="0"/>
              <a:t>Not developed or controlled by governmental or standards organizations</a:t>
            </a:r>
            <a:r>
              <a:rPr dirty="0"/>
              <a:t> </a:t>
            </a:r>
          </a:p>
        </p:txBody>
      </p:sp>
    </p:spTree>
    <p:extLst>
      <p:ext uri="{BB962C8B-B14F-4D97-AF65-F5344CB8AC3E}">
        <p14:creationId xmlns:p14="http://schemas.microsoft.com/office/powerpoint/2010/main" val="134993981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sv-SE" sz="44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Operational Description</a:t>
            </a:r>
            <a:endParaRPr kumimoji="0" lang="en-US" sz="4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9219" name="Rectangle 3"/>
          <p:cNvSpPr>
            <a:spLocks noGrp="1"/>
          </p:cNvSpPr>
          <p:nvPr>
            <p:ph idx="1"/>
          </p:nvPr>
        </p:nvSpPr>
        <p:spPr>
          <a:xfrm>
            <a:off x="0" y="1981200"/>
            <a:ext cx="9144000" cy="4114800"/>
          </a:xfrm>
          <a:ln/>
        </p:spPr>
        <p:txBody>
          <a:bodyPr vert="horz" wrap="square" lIns="91440" tIns="45720" rIns="91440" bIns="45720" anchor="t" anchorCtr="0"/>
          <a:lstStyle/>
          <a:p>
            <a:pPr eaLnBrk="1" hangingPunct="1"/>
            <a:r>
              <a:rPr lang="sv-SE" altLang="x-none" dirty="0"/>
              <a:t>Consist of five services:</a:t>
            </a:r>
          </a:p>
          <a:p>
            <a:pPr marL="971550" lvl="1" indent="-514350" eaLnBrk="1" hangingPunct="1">
              <a:buFont typeface="Comic Sans MS" panose="030F0702030302020204" pitchFamily="66" charset="0"/>
              <a:buAutoNum type="arabicPeriod"/>
            </a:pPr>
            <a:r>
              <a:rPr lang="sv-SE" altLang="x-none" dirty="0">
                <a:solidFill>
                  <a:srgbClr val="FF0000"/>
                </a:solidFill>
              </a:rPr>
              <a:t>Authentication </a:t>
            </a:r>
            <a:r>
              <a:rPr lang="sv-SE" altLang="x-none" sz="2000" dirty="0"/>
              <a:t>(Provided through DSS)</a:t>
            </a:r>
            <a:endParaRPr lang="sv-SE" altLang="x-none" dirty="0"/>
          </a:p>
          <a:p>
            <a:pPr marL="971550" lvl="1" indent="-514350" eaLnBrk="1" hangingPunct="1">
              <a:buFont typeface="Comic Sans MS" panose="030F0702030302020204" pitchFamily="66" charset="0"/>
              <a:buAutoNum type="arabicPeriod"/>
            </a:pPr>
            <a:r>
              <a:rPr lang="sv-SE" altLang="x-none" dirty="0">
                <a:solidFill>
                  <a:srgbClr val="FF0000"/>
                </a:solidFill>
              </a:rPr>
              <a:t>Confidentiality </a:t>
            </a:r>
            <a:r>
              <a:rPr lang="sv-SE" altLang="x-none" sz="1800" dirty="0"/>
              <a:t>(Done thru Symmetric Key Encryption algorithms)</a:t>
            </a:r>
            <a:endParaRPr lang="sv-SE" altLang="x-none" dirty="0"/>
          </a:p>
          <a:p>
            <a:pPr marL="971550" lvl="1" indent="-514350" eaLnBrk="1" hangingPunct="1">
              <a:buFont typeface="Comic Sans MS" panose="030F0702030302020204" pitchFamily="66" charset="0"/>
              <a:buAutoNum type="arabicPeriod"/>
            </a:pPr>
            <a:r>
              <a:rPr lang="sv-SE" altLang="x-none" dirty="0">
                <a:solidFill>
                  <a:srgbClr val="FF0000"/>
                </a:solidFill>
              </a:rPr>
              <a:t>Compression </a:t>
            </a:r>
            <a:r>
              <a:rPr lang="sv-SE" altLang="x-none" sz="1800" dirty="0"/>
              <a:t>(ZIP algorithm)</a:t>
            </a:r>
            <a:endParaRPr lang="sv-SE" altLang="x-none" dirty="0"/>
          </a:p>
          <a:p>
            <a:pPr marL="971550" lvl="1" indent="-514350" eaLnBrk="1" hangingPunct="1">
              <a:buFont typeface="Comic Sans MS" panose="030F0702030302020204" pitchFamily="66" charset="0"/>
              <a:buAutoNum type="arabicPeriod"/>
            </a:pPr>
            <a:r>
              <a:rPr lang="sv-SE" altLang="x-none" dirty="0">
                <a:solidFill>
                  <a:srgbClr val="FF0000"/>
                </a:solidFill>
              </a:rPr>
              <a:t>E-mail compatibility</a:t>
            </a:r>
            <a:r>
              <a:rPr lang="sv-SE" altLang="x-none" dirty="0"/>
              <a:t> </a:t>
            </a:r>
            <a:r>
              <a:rPr lang="sv-SE" altLang="x-none" sz="1600" dirty="0"/>
              <a:t>(Using Radix 64 Conversion)</a:t>
            </a:r>
            <a:endParaRPr lang="sv-SE" altLang="x-none" dirty="0"/>
          </a:p>
          <a:p>
            <a:pPr marL="971550" lvl="1" indent="-514350" eaLnBrk="1" hangingPunct="1">
              <a:buFont typeface="Comic Sans MS" panose="030F0702030302020204" pitchFamily="66" charset="0"/>
              <a:buAutoNum type="arabicPeriod"/>
            </a:pPr>
            <a:r>
              <a:rPr lang="sv-SE" altLang="x-none" dirty="0">
                <a:solidFill>
                  <a:srgbClr val="FF0000"/>
                </a:solidFill>
              </a:rPr>
              <a:t>Segmentation </a:t>
            </a:r>
            <a:r>
              <a:rPr lang="sv-SE" altLang="x-none" sz="1800" dirty="0"/>
              <a:t>(as used in the OS)</a:t>
            </a:r>
            <a:endParaRPr lang="sv-SE" altLang="x-none" dirty="0"/>
          </a:p>
          <a:p>
            <a:pPr marL="971550" lvl="1" indent="-514350" eaLnBrk="1" hangingPunct="1">
              <a:buFont typeface="Comic Sans MS" panose="030F0702030302020204" pitchFamily="66" charset="0"/>
              <a:buAutoNum type="arabicPeriod"/>
            </a:pPr>
            <a:endParaRPr dirty="0"/>
          </a:p>
        </p:txBody>
      </p:sp>
    </p:spTree>
    <p:extLst>
      <p:ext uri="{BB962C8B-B14F-4D97-AF65-F5344CB8AC3E}">
        <p14:creationId xmlns:p14="http://schemas.microsoft.com/office/powerpoint/2010/main" val="27333988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p:cNvPicPr>
          <p:nvPr/>
        </p:nvPicPr>
        <p:blipFill>
          <a:blip r:embed="rId2"/>
          <a:srcRect l="4176" r="4176" b="4639"/>
          <a:stretch>
            <a:fillRect/>
          </a:stretch>
        </p:blipFill>
        <p:spPr>
          <a:xfrm>
            <a:off x="228600" y="0"/>
            <a:ext cx="8915400" cy="6629400"/>
          </a:xfrm>
          <a:prstGeom prst="rect">
            <a:avLst/>
          </a:prstGeom>
          <a:noFill/>
          <a:ln w="9525">
            <a:noFill/>
          </a:ln>
        </p:spPr>
      </p:pic>
    </p:spTree>
    <p:extLst>
      <p:ext uri="{BB962C8B-B14F-4D97-AF65-F5344CB8AC3E}">
        <p14:creationId xmlns:p14="http://schemas.microsoft.com/office/powerpoint/2010/main" val="339110391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p:cNvPicPr>
          <p:nvPr/>
        </p:nvPicPr>
        <p:blipFill>
          <a:blip r:embed="rId2"/>
          <a:srcRect l="4311" r="3448"/>
          <a:stretch>
            <a:fillRect/>
          </a:stretch>
        </p:blipFill>
        <p:spPr>
          <a:xfrm>
            <a:off x="152400" y="180975"/>
            <a:ext cx="8991600" cy="6677025"/>
          </a:xfrm>
          <a:prstGeom prst="rect">
            <a:avLst/>
          </a:prstGeom>
          <a:noFill/>
          <a:ln w="9525">
            <a:noFill/>
          </a:ln>
        </p:spPr>
      </p:pic>
    </p:spTree>
    <p:extLst>
      <p:ext uri="{BB962C8B-B14F-4D97-AF65-F5344CB8AC3E}">
        <p14:creationId xmlns:p14="http://schemas.microsoft.com/office/powerpoint/2010/main" val="400128103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sv-SE" sz="44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Compression</a:t>
            </a:r>
            <a:endParaRPr kumimoji="0" lang="en-US" sz="4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12291" name="Rectangle 3"/>
          <p:cNvSpPr>
            <a:spLocks noGrp="1"/>
          </p:cNvSpPr>
          <p:nvPr>
            <p:ph idx="1"/>
          </p:nvPr>
        </p:nvSpPr>
        <p:spPr>
          <a:xfrm>
            <a:off x="685800" y="1600200"/>
            <a:ext cx="7772400" cy="4114800"/>
          </a:xfrm>
          <a:ln/>
        </p:spPr>
        <p:txBody>
          <a:bodyPr vert="horz" wrap="square" lIns="91440" tIns="45720" rIns="91440" bIns="45720" anchor="t" anchorCtr="0"/>
          <a:lstStyle/>
          <a:p>
            <a:pPr eaLnBrk="1" hangingPunct="1"/>
            <a:r>
              <a:rPr lang="sv-SE" altLang="x-none" dirty="0">
                <a:solidFill>
                  <a:srgbClr val="FF0000"/>
                </a:solidFill>
              </a:rPr>
              <a:t>PGP compresses the message after applying the signature but before encryption</a:t>
            </a:r>
          </a:p>
          <a:p>
            <a:pPr eaLnBrk="1" hangingPunct="1"/>
            <a:r>
              <a:rPr lang="sv-SE" altLang="x-none" dirty="0">
                <a:solidFill>
                  <a:srgbClr val="FF0000"/>
                </a:solidFill>
              </a:rPr>
              <a:t>Z </a:t>
            </a:r>
            <a:r>
              <a:rPr lang="sv-SE" altLang="x-none" dirty="0"/>
              <a:t>in the earlier diagrams represent the compression function.</a:t>
            </a:r>
          </a:p>
          <a:p>
            <a:pPr eaLnBrk="1" hangingPunct="1"/>
            <a:r>
              <a:rPr lang="sv-SE" altLang="x-none" dirty="0"/>
              <a:t>The placement of the compression algorithm is critical.</a:t>
            </a:r>
          </a:p>
          <a:p>
            <a:pPr eaLnBrk="1" hangingPunct="1"/>
            <a:r>
              <a:rPr lang="sv-SE" altLang="x-none" dirty="0"/>
              <a:t>The compression algorithm used is ZIP</a:t>
            </a:r>
            <a:endParaRPr dirty="0"/>
          </a:p>
        </p:txBody>
      </p:sp>
    </p:spTree>
    <p:extLst>
      <p:ext uri="{BB962C8B-B14F-4D97-AF65-F5344CB8AC3E}">
        <p14:creationId xmlns:p14="http://schemas.microsoft.com/office/powerpoint/2010/main" val="240970051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p:cNvPicPr>
            <a:picLocks noChangeAspect="1"/>
          </p:cNvPicPr>
          <p:nvPr/>
        </p:nvPicPr>
        <p:blipFill>
          <a:blip r:embed="rId2"/>
          <a:srcRect r="5820" b="48993"/>
          <a:stretch>
            <a:fillRect/>
          </a:stretch>
        </p:blipFill>
        <p:spPr>
          <a:xfrm>
            <a:off x="228600" y="381000"/>
            <a:ext cx="8382000" cy="1676400"/>
          </a:xfrm>
          <a:prstGeom prst="rect">
            <a:avLst/>
          </a:prstGeom>
          <a:noFill/>
          <a:ln w="9525" cap="flat" cmpd="sng">
            <a:solidFill>
              <a:schemeClr val="tx2"/>
            </a:solidFill>
            <a:prstDash val="solid"/>
            <a:miter/>
            <a:headEnd type="none" w="med" len="med"/>
            <a:tailEnd type="none" w="med" len="med"/>
          </a:ln>
        </p:spPr>
      </p:pic>
      <p:sp>
        <p:nvSpPr>
          <p:cNvPr id="4" name="Rectangle 3"/>
          <p:cNvSpPr/>
          <p:nvPr/>
        </p:nvSpPr>
        <p:spPr>
          <a:xfrm>
            <a:off x="685800" y="2286000"/>
            <a:ext cx="7848600" cy="4572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Char char="•"/>
              <a:defRPr/>
            </a:pPr>
            <a:r>
              <a:rPr kumimoji="0" lang="en-US" sz="1800" b="0" i="0" u="none" strike="noStrike" kern="1200" cap="none" spc="0" normalizeH="0" baseline="0" noProof="0" dirty="0">
                <a:ln>
                  <a:noFill/>
                </a:ln>
                <a:solidFill>
                  <a:schemeClr val="accent2">
                    <a:lumMod val="75000"/>
                  </a:schemeClr>
                </a:solidFill>
                <a:effectLst/>
                <a:uLnTx/>
                <a:uFillTx/>
                <a:latin typeface="+mn-lt"/>
                <a:ea typeface="+mn-ea"/>
                <a:cs typeface="+mn-cs"/>
              </a:rPr>
              <a:t>Octets: 53 (characters including spaces)</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Char char="•"/>
              <a:defRPr/>
            </a:pPr>
            <a:r>
              <a:rPr kumimoji="0" lang="en-US" sz="1800" b="0" i="0" u="none" strike="noStrike" kern="1200" cap="none" spc="0" normalizeH="0" baseline="0" noProof="0" dirty="0">
                <a:ln>
                  <a:noFill/>
                </a:ln>
                <a:solidFill>
                  <a:schemeClr val="accent2">
                    <a:lumMod val="75000"/>
                  </a:schemeClr>
                </a:solidFill>
                <a:effectLst/>
                <a:uLnTx/>
                <a:uFillTx/>
                <a:latin typeface="+mn-lt"/>
                <a:ea typeface="+mn-ea"/>
                <a:cs typeface="+mn-cs"/>
              </a:rPr>
              <a:t>Binary form= 424 bits</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Char char="•"/>
              <a:defRPr/>
            </a:pPr>
            <a:r>
              <a:rPr kumimoji="0" lang="en-US" sz="1800" b="0" i="0" u="none" strike="noStrike" kern="1200" cap="none" spc="0" normalizeH="0" baseline="0" noProof="0" dirty="0">
                <a:ln>
                  <a:noFill/>
                </a:ln>
                <a:solidFill>
                  <a:schemeClr val="accent2">
                    <a:lumMod val="75000"/>
                  </a:schemeClr>
                </a:solidFill>
                <a:effectLst/>
                <a:uLnTx/>
                <a:uFillTx/>
                <a:latin typeface="+mn-lt"/>
                <a:ea typeface="+mn-ea"/>
                <a:cs typeface="+mn-cs"/>
              </a:rPr>
              <a:t>Repeated </a:t>
            </a:r>
            <a:r>
              <a:rPr kumimoji="0" lang="en-US" sz="1800" b="0" i="0" u="none" strike="noStrike" kern="1200" cap="none" spc="0" normalizeH="0" baseline="0" noProof="0" dirty="0" err="1">
                <a:ln>
                  <a:noFill/>
                </a:ln>
                <a:solidFill>
                  <a:schemeClr val="accent2">
                    <a:lumMod val="75000"/>
                  </a:schemeClr>
                </a:solidFill>
                <a:effectLst/>
                <a:uLnTx/>
                <a:uFillTx/>
                <a:latin typeface="+mn-lt"/>
                <a:ea typeface="+mn-ea"/>
                <a:cs typeface="+mn-cs"/>
              </a:rPr>
              <a:t>Sequencs</a:t>
            </a:r>
            <a:r>
              <a:rPr kumimoji="0" lang="en-US" sz="1800" b="0" i="0" u="none" strike="noStrike" kern="1200" cap="none" spc="0" normalizeH="0" baseline="0" noProof="0" dirty="0">
                <a:ln>
                  <a:noFill/>
                </a:ln>
                <a:solidFill>
                  <a:schemeClr val="accent2">
                    <a:lumMod val="75000"/>
                  </a:schemeClr>
                </a:solidFill>
                <a:effectLst/>
                <a:uLnTx/>
                <a:uFillTx/>
                <a:latin typeface="+mn-lt"/>
                <a:ea typeface="+mn-ea"/>
                <a:cs typeface="+mn-cs"/>
              </a:rPr>
              <a:t>: 2</a:t>
            </a:r>
          </a:p>
          <a:p>
            <a:pPr marL="457200" marR="0" lvl="1" indent="0" algn="l" defTabSz="914400" rtl="0" eaLnBrk="1" fontAlgn="base" latinLnBrk="0" hangingPunct="1">
              <a:lnSpc>
                <a:spcPct val="100000"/>
              </a:lnSpc>
              <a:spcBef>
                <a:spcPct val="0"/>
              </a:spcBef>
              <a:spcAft>
                <a:spcPct val="0"/>
              </a:spcAft>
              <a:buClrTx/>
              <a:buSzTx/>
              <a:buFont typeface="Arial" panose="020B0604020202020204" pitchFamily="34" charset="0"/>
              <a:buChar char="•"/>
              <a:defRPr/>
            </a:pPr>
            <a:r>
              <a:rPr kumimoji="0" lang="en-US" sz="1800" b="0" i="0" u="none" strike="noStrike" kern="1200" cap="none" spc="0" normalizeH="0" baseline="0" noProof="0" dirty="0">
                <a:ln>
                  <a:noFill/>
                </a:ln>
                <a:solidFill>
                  <a:schemeClr val="accent2">
                    <a:lumMod val="75000"/>
                  </a:schemeClr>
                </a:solidFill>
                <a:effectLst/>
                <a:uLnTx/>
                <a:uFillTx/>
                <a:latin typeface="+mn-lt"/>
                <a:ea typeface="+mn-ea"/>
                <a:cs typeface="+mn-cs"/>
              </a:rPr>
              <a:t>Seq1: </a:t>
            </a:r>
            <a:r>
              <a:rPr kumimoji="0" lang="en-US" sz="1800" b="0" i="0" u="sng" strike="noStrike" kern="1200" cap="none" spc="0" normalizeH="0" baseline="0" noProof="0" dirty="0">
                <a:ln>
                  <a:noFill/>
                </a:ln>
                <a:solidFill>
                  <a:schemeClr val="accent2">
                    <a:lumMod val="75000"/>
                  </a:schemeClr>
                </a:solidFill>
                <a:effectLst/>
                <a:uLnTx/>
                <a:uFillTx/>
                <a:latin typeface="+mn-lt"/>
                <a:ea typeface="+mn-ea"/>
                <a:cs typeface="+mn-cs"/>
              </a:rPr>
              <a:t>the brown </a:t>
            </a:r>
            <a:r>
              <a:rPr kumimoji="0" lang="en-US" sz="1800" b="0" i="0" u="none" strike="noStrike" kern="1200" cap="none" spc="0" normalizeH="0" baseline="0" noProof="0" dirty="0">
                <a:ln>
                  <a:noFill/>
                </a:ln>
                <a:solidFill>
                  <a:schemeClr val="accent2">
                    <a:lumMod val="75000"/>
                  </a:schemeClr>
                </a:solidFill>
                <a:effectLst/>
                <a:uLnTx/>
                <a:uFillTx/>
                <a:latin typeface="+mn-lt"/>
                <a:ea typeface="+mn-ea"/>
                <a:cs typeface="+mn-cs"/>
              </a:rPr>
              <a:t>fox : 13 chars</a:t>
            </a:r>
          </a:p>
          <a:p>
            <a:pPr marL="457200" marR="0" lvl="1" indent="0" algn="l" defTabSz="914400" rtl="0" eaLnBrk="1" fontAlgn="base" latinLnBrk="0" hangingPunct="1">
              <a:lnSpc>
                <a:spcPct val="100000"/>
              </a:lnSpc>
              <a:spcBef>
                <a:spcPct val="0"/>
              </a:spcBef>
              <a:spcAft>
                <a:spcPct val="0"/>
              </a:spcAft>
              <a:buClrTx/>
              <a:buSzTx/>
              <a:buFont typeface="Arial" panose="020B0604020202020204" pitchFamily="34" charset="0"/>
              <a:buChar char="•"/>
              <a:defRPr/>
            </a:pPr>
            <a:r>
              <a:rPr kumimoji="0" lang="en-US" sz="1800" b="0" i="0" u="none" strike="noStrike" kern="1200" cap="none" spc="0" normalizeH="0" baseline="0" noProof="0" dirty="0">
                <a:ln>
                  <a:noFill/>
                </a:ln>
                <a:solidFill>
                  <a:schemeClr val="accent2">
                    <a:lumMod val="75000"/>
                  </a:schemeClr>
                </a:solidFill>
                <a:effectLst/>
                <a:uLnTx/>
                <a:uFillTx/>
                <a:latin typeface="+mn-lt"/>
                <a:ea typeface="+mn-ea"/>
                <a:cs typeface="+mn-cs"/>
              </a:rPr>
              <a:t>Offset1: 26 characters</a:t>
            </a:r>
          </a:p>
          <a:p>
            <a:pPr marL="457200" marR="0" lvl="1" indent="0" algn="l" defTabSz="914400" rtl="0" eaLnBrk="1" fontAlgn="base" latinLnBrk="0" hangingPunct="1">
              <a:lnSpc>
                <a:spcPct val="100000"/>
              </a:lnSpc>
              <a:spcBef>
                <a:spcPct val="0"/>
              </a:spcBef>
              <a:spcAft>
                <a:spcPct val="0"/>
              </a:spcAft>
              <a:buClrTx/>
              <a:buSzTx/>
              <a:buFont typeface="Arial" panose="020B0604020202020204" pitchFamily="34" charset="0"/>
              <a:buChar char="•"/>
              <a:defRPr/>
            </a:pPr>
            <a:r>
              <a:rPr kumimoji="0" lang="en-US" sz="1800" b="0" i="0" u="none" strike="noStrike" kern="1200" cap="none" spc="0" normalizeH="0" baseline="0" noProof="0" dirty="0">
                <a:ln>
                  <a:noFill/>
                </a:ln>
                <a:solidFill>
                  <a:schemeClr val="accent2">
                    <a:lumMod val="75000"/>
                  </a:schemeClr>
                </a:solidFill>
                <a:effectLst/>
                <a:uLnTx/>
                <a:uFillTx/>
                <a:latin typeface="+mn-lt"/>
                <a:ea typeface="+mn-ea"/>
                <a:cs typeface="+mn-cs"/>
              </a:rPr>
              <a:t>Seq2:</a:t>
            </a:r>
            <a:r>
              <a:rPr kumimoji="0" lang="en-US" sz="1800" b="0" i="0" u="sng" strike="noStrike" kern="1200" cap="none" spc="0" normalizeH="0" baseline="0" noProof="0" dirty="0">
                <a:ln>
                  <a:noFill/>
                </a:ln>
                <a:solidFill>
                  <a:schemeClr val="accent2">
                    <a:lumMod val="75000"/>
                  </a:schemeClr>
                </a:solidFill>
                <a:effectLst/>
                <a:uLnTx/>
                <a:uFillTx/>
                <a:latin typeface="+mn-lt"/>
                <a:ea typeface="+mn-ea"/>
                <a:cs typeface="+mn-cs"/>
              </a:rPr>
              <a:t> jump</a:t>
            </a:r>
            <a:r>
              <a:rPr kumimoji="0" lang="en-US" sz="1800" b="0" i="0" u="none" strike="noStrike" kern="1200" cap="none" spc="0" normalizeH="0" baseline="0" noProof="0" dirty="0">
                <a:ln>
                  <a:noFill/>
                </a:ln>
                <a:solidFill>
                  <a:schemeClr val="accent2">
                    <a:lumMod val="75000"/>
                  </a:schemeClr>
                </a:solidFill>
                <a:effectLst/>
                <a:uLnTx/>
                <a:uFillTx/>
                <a:latin typeface="+mn-lt"/>
                <a:ea typeface="+mn-ea"/>
                <a:cs typeface="+mn-cs"/>
              </a:rPr>
              <a:t> : 5 chars</a:t>
            </a:r>
          </a:p>
          <a:p>
            <a:pPr marL="457200" marR="0" lvl="1" indent="0" algn="l" defTabSz="914400" rtl="0" eaLnBrk="1" fontAlgn="base" latinLnBrk="0" hangingPunct="1">
              <a:lnSpc>
                <a:spcPct val="100000"/>
              </a:lnSpc>
              <a:spcBef>
                <a:spcPct val="0"/>
              </a:spcBef>
              <a:spcAft>
                <a:spcPct val="0"/>
              </a:spcAft>
              <a:buClrTx/>
              <a:buSzTx/>
              <a:buFont typeface="Arial" panose="020B0604020202020204" pitchFamily="34" charset="0"/>
              <a:buChar char="•"/>
              <a:defRPr/>
            </a:pPr>
            <a:r>
              <a:rPr kumimoji="0" lang="en-US" sz="1800" b="0" i="0" u="none" strike="noStrike" kern="1200" cap="none" spc="0" normalizeH="0" baseline="0" noProof="0" dirty="0">
                <a:ln>
                  <a:noFill/>
                </a:ln>
                <a:solidFill>
                  <a:schemeClr val="accent2">
                    <a:lumMod val="75000"/>
                  </a:schemeClr>
                </a:solidFill>
                <a:effectLst/>
                <a:uLnTx/>
                <a:uFillTx/>
                <a:latin typeface="+mn-lt"/>
                <a:ea typeface="+mn-ea"/>
                <a:cs typeface="+mn-cs"/>
              </a:rPr>
              <a:t>Offset2: 27 characters</a:t>
            </a:r>
          </a:p>
          <a:p>
            <a:pPr marL="457200" marR="0" lvl="1" indent="0" algn="l" defTabSz="914400" rtl="0" eaLnBrk="1" fontAlgn="base" latinLnBrk="0" hangingPunct="1">
              <a:lnSpc>
                <a:spcPct val="100000"/>
              </a:lnSpc>
              <a:spcBef>
                <a:spcPct val="0"/>
              </a:spcBef>
              <a:spcAft>
                <a:spcPct val="0"/>
              </a:spcAft>
              <a:buClrTx/>
              <a:buSzTx/>
              <a:buFont typeface="Arial" panose="020B0604020202020204" pitchFamily="34" charset="0"/>
              <a:buChar char="•"/>
              <a:defRPr/>
            </a:pPr>
            <a:r>
              <a:rPr kumimoji="0" lang="en-US" sz="1800" b="0" i="0" u="none" strike="noStrike" kern="1200" cap="none" spc="0" normalizeH="0" baseline="0" noProof="0" dirty="0">
                <a:ln>
                  <a:noFill/>
                </a:ln>
                <a:solidFill>
                  <a:schemeClr val="accent2">
                    <a:lumMod val="75000"/>
                  </a:schemeClr>
                </a:solidFill>
                <a:effectLst/>
                <a:uLnTx/>
                <a:uFillTx/>
                <a:latin typeface="+mn-lt"/>
                <a:ea typeface="+mn-ea"/>
                <a:cs typeface="+mn-cs"/>
              </a:rPr>
              <a:t>Seq1 code: 0 26 13</a:t>
            </a:r>
          </a:p>
          <a:p>
            <a:pPr marL="457200" marR="0" lvl="1" indent="0" algn="l" defTabSz="914400" rtl="0" eaLnBrk="1" fontAlgn="base" latinLnBrk="0" hangingPunct="1">
              <a:lnSpc>
                <a:spcPct val="100000"/>
              </a:lnSpc>
              <a:spcBef>
                <a:spcPct val="0"/>
              </a:spcBef>
              <a:spcAft>
                <a:spcPct val="0"/>
              </a:spcAft>
              <a:buClrTx/>
              <a:buSzTx/>
              <a:buFont typeface="Arial" panose="020B0604020202020204" pitchFamily="34" charset="0"/>
              <a:buChar char="•"/>
              <a:defRPr/>
            </a:pPr>
            <a:r>
              <a:rPr kumimoji="0" lang="en-US" sz="1800" b="0" i="0" u="none" strike="noStrike" kern="1200" cap="none" spc="0" normalizeH="0" baseline="0" noProof="0" dirty="0">
                <a:ln>
                  <a:noFill/>
                </a:ln>
                <a:solidFill>
                  <a:schemeClr val="accent2">
                    <a:lumMod val="75000"/>
                  </a:schemeClr>
                </a:solidFill>
                <a:effectLst/>
                <a:uLnTx/>
                <a:uFillTx/>
                <a:latin typeface="+mn-lt"/>
                <a:ea typeface="+mn-ea"/>
                <a:cs typeface="+mn-cs"/>
              </a:rPr>
              <a:t>Seq1 code: 0 27 5</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Char char="•"/>
              <a:defRPr/>
            </a:pPr>
            <a:r>
              <a:rPr kumimoji="0" lang="en-US" sz="1800" b="0" i="0" u="none" strike="noStrike" kern="1200" cap="none" spc="0" normalizeH="0" baseline="0" noProof="0" dirty="0">
                <a:ln>
                  <a:noFill/>
                </a:ln>
                <a:solidFill>
                  <a:schemeClr val="accent2">
                    <a:lumMod val="75000"/>
                  </a:schemeClr>
                </a:solidFill>
                <a:effectLst/>
                <a:uLnTx/>
                <a:uFillTx/>
                <a:latin typeface="+mn-lt"/>
                <a:ea typeface="+mn-ea"/>
                <a:cs typeface="+mn-cs"/>
              </a:rPr>
              <a:t>Encoding format: offset: 8 and length: 4 </a:t>
            </a:r>
            <a:r>
              <a:rPr kumimoji="0" lang="en-US" sz="1800" b="0" i="0" u="none" strike="noStrike" kern="1200" cap="none" spc="0" normalizeH="0" baseline="0" noProof="0" dirty="0">
                <a:ln>
                  <a:noFill/>
                </a:ln>
                <a:solidFill>
                  <a:schemeClr val="accent2">
                    <a:lumMod val="75000"/>
                  </a:schemeClr>
                </a:solidFill>
                <a:effectLst/>
                <a:uLnTx/>
                <a:uFillTx/>
                <a:latin typeface="+mn-lt"/>
                <a:ea typeface="+mn-ea"/>
                <a:cs typeface="+mn-cs"/>
                <a:sym typeface="Wingdings" panose="05000000000000000000" pitchFamily="2" charset="2"/>
              </a:rPr>
              <a:t> 00</a:t>
            </a:r>
            <a:endParaRPr kumimoji="0" lang="en-US" sz="1800" b="0" i="0" u="none" strike="noStrike" kern="1200" cap="none" spc="0" normalizeH="0" baseline="0" noProof="0" dirty="0">
              <a:ln>
                <a:noFill/>
              </a:ln>
              <a:solidFill>
                <a:schemeClr val="accent2">
                  <a:lumMod val="75000"/>
                </a:schemeClr>
              </a:solidFill>
              <a:effectLst/>
              <a:uLnTx/>
              <a:uFillTx/>
              <a:latin typeface="+mn-lt"/>
              <a:ea typeface="+mn-ea"/>
              <a:cs typeface="+mn-cs"/>
            </a:endParaRPr>
          </a:p>
          <a:p>
            <a:pPr marL="457200" marR="0" lvl="1" indent="0" algn="l" defTabSz="914400" rtl="0" eaLnBrk="1" fontAlgn="base" latinLnBrk="0" hangingPunct="1">
              <a:lnSpc>
                <a:spcPct val="100000"/>
              </a:lnSpc>
              <a:spcBef>
                <a:spcPct val="0"/>
              </a:spcBef>
              <a:spcAft>
                <a:spcPct val="0"/>
              </a:spcAft>
              <a:buClrTx/>
              <a:buSzTx/>
              <a:buFontTx/>
              <a:buNone/>
              <a:defRPr/>
            </a:pPr>
            <a:r>
              <a:rPr kumimoji="0" lang="en-US" sz="1800" b="0" i="0" u="none" strike="noStrike" kern="1200" cap="none" spc="0" normalizeH="0" baseline="0" noProof="0" dirty="0">
                <a:ln>
                  <a:noFill/>
                </a:ln>
                <a:solidFill>
                  <a:schemeClr val="accent2">
                    <a:lumMod val="75000"/>
                  </a:schemeClr>
                </a:solidFill>
                <a:effectLst/>
                <a:uLnTx/>
                <a:uFillTx/>
                <a:latin typeface="+mn-lt"/>
                <a:ea typeface="+mn-ea"/>
                <a:cs typeface="+mn-cs"/>
              </a:rPr>
              <a:t>                        offset: 12 and length: 6 </a:t>
            </a:r>
            <a:r>
              <a:rPr kumimoji="0" lang="en-US" sz="1800" b="0" i="0" u="none" strike="noStrike" kern="1200" cap="none" spc="0" normalizeH="0" baseline="0" noProof="0" dirty="0">
                <a:ln>
                  <a:noFill/>
                </a:ln>
                <a:solidFill>
                  <a:schemeClr val="accent2">
                    <a:lumMod val="75000"/>
                  </a:schemeClr>
                </a:solidFill>
                <a:effectLst/>
                <a:uLnTx/>
                <a:uFillTx/>
                <a:latin typeface="+mn-lt"/>
                <a:ea typeface="+mn-ea"/>
                <a:cs typeface="+mn-cs"/>
                <a:sym typeface="Wingdings" panose="05000000000000000000" pitchFamily="2" charset="2"/>
              </a:rPr>
              <a:t>01</a:t>
            </a:r>
          </a:p>
          <a:p>
            <a:pPr marL="457200" marR="0" lvl="1"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accent2">
                  <a:lumMod val="75000"/>
                </a:schemeClr>
              </a:solidFill>
              <a:effectLst/>
              <a:uLnTx/>
              <a:uFillTx/>
              <a:latin typeface="+mn-lt"/>
              <a:ea typeface="+mn-ea"/>
              <a:cs typeface="+mn-cs"/>
              <a:sym typeface="Wingdings" panose="05000000000000000000" pitchFamily="2" charset="2"/>
            </a:endParaRPr>
          </a:p>
          <a:p>
            <a:pPr marL="457200" marR="0" lvl="1" indent="0" algn="l" defTabSz="914400" rtl="0" eaLnBrk="1" fontAlgn="base" latinLnBrk="0" hangingPunct="1">
              <a:lnSpc>
                <a:spcPct val="100000"/>
              </a:lnSpc>
              <a:spcBef>
                <a:spcPct val="0"/>
              </a:spcBef>
              <a:spcAft>
                <a:spcPct val="0"/>
              </a:spcAft>
              <a:buClrTx/>
              <a:buSzTx/>
              <a:buFontTx/>
              <a:buNone/>
              <a:defRPr/>
            </a:pPr>
            <a:r>
              <a:rPr kumimoji="0" lang="en-US" sz="1800" b="0" i="0" u="none" strike="noStrike" kern="1200" cap="none" spc="0" normalizeH="0" baseline="0" noProof="0" dirty="0">
                <a:ln>
                  <a:noFill/>
                </a:ln>
                <a:solidFill>
                  <a:srgbClr val="FF0000"/>
                </a:solidFill>
                <a:effectLst/>
                <a:uLnTx/>
                <a:uFillTx/>
                <a:latin typeface="+mn-lt"/>
                <a:ea typeface="+mn-ea"/>
                <a:cs typeface="+mn-cs"/>
                <a:sym typeface="Wingdings" panose="05000000000000000000" pitchFamily="2" charset="2"/>
              </a:rPr>
              <a:t>Compressed message: 35 9-bit chars and 2 codes</a:t>
            </a:r>
          </a:p>
          <a:p>
            <a:pPr marL="457200" marR="0" lvl="1" indent="0" algn="l" defTabSz="914400" rtl="0" eaLnBrk="1" fontAlgn="base" latinLnBrk="0" hangingPunct="1">
              <a:lnSpc>
                <a:spcPct val="100000"/>
              </a:lnSpc>
              <a:spcBef>
                <a:spcPct val="0"/>
              </a:spcBef>
              <a:spcAft>
                <a:spcPct val="0"/>
              </a:spcAft>
              <a:buClrTx/>
              <a:buSzTx/>
              <a:buFontTx/>
              <a:buNone/>
              <a:defRPr/>
            </a:pPr>
            <a:r>
              <a:rPr kumimoji="0" lang="en-US" sz="1800" b="0" i="0" u="none" strike="noStrike" kern="1200" cap="none" spc="0" normalizeH="0" baseline="0" noProof="0" dirty="0">
                <a:ln>
                  <a:noFill/>
                </a:ln>
                <a:solidFill>
                  <a:srgbClr val="FF0000"/>
                </a:solidFill>
                <a:effectLst/>
                <a:uLnTx/>
                <a:uFillTx/>
                <a:latin typeface="+mn-lt"/>
                <a:ea typeface="+mn-ea"/>
                <a:cs typeface="+mn-cs"/>
                <a:sym typeface="Wingdings" panose="05000000000000000000" pitchFamily="2" charset="2"/>
              </a:rPr>
              <a:t>So 35*9+2*14= 343 bits</a:t>
            </a:r>
          </a:p>
          <a:p>
            <a:pPr marL="457200" marR="0" lvl="1" indent="0" algn="l" defTabSz="914400" rtl="0" eaLnBrk="1" fontAlgn="base" latinLnBrk="0" hangingPunct="1">
              <a:lnSpc>
                <a:spcPct val="100000"/>
              </a:lnSpc>
              <a:spcBef>
                <a:spcPct val="0"/>
              </a:spcBef>
              <a:spcAft>
                <a:spcPct val="0"/>
              </a:spcAft>
              <a:buClrTx/>
              <a:buSzTx/>
              <a:buFontTx/>
              <a:buNone/>
              <a:defRPr/>
            </a:pPr>
            <a:r>
              <a:rPr kumimoji="0" lang="en-US" sz="2800" b="1" i="0" u="none" strike="noStrike" kern="1200" cap="none" spc="0" normalizeH="0" baseline="0" noProof="0" dirty="0">
                <a:ln>
                  <a:noFill/>
                </a:ln>
                <a:solidFill>
                  <a:srgbClr val="FF0000"/>
                </a:solidFill>
                <a:effectLst/>
                <a:uLnTx/>
                <a:uFillTx/>
                <a:latin typeface="+mn-lt"/>
                <a:ea typeface="+mn-ea"/>
                <a:cs typeface="+mn-cs"/>
                <a:sym typeface="Wingdings" panose="05000000000000000000" pitchFamily="2" charset="2"/>
              </a:rPr>
              <a:t>Compression ratio: 1.24</a:t>
            </a:r>
            <a:endParaRPr kumimoji="0" lang="en-US" sz="3600" b="1" i="0" u="none" strike="noStrike" kern="1200" cap="none" spc="0" normalizeH="0" baseline="0" noProof="0" dirty="0">
              <a:ln>
                <a:noFill/>
              </a:ln>
              <a:solidFill>
                <a:srgbClr val="FF0000"/>
              </a:solidFill>
              <a:effectLst/>
              <a:uLnTx/>
              <a:uFillTx/>
              <a:latin typeface="+mn-lt"/>
              <a:ea typeface="+mn-ea"/>
              <a:cs typeface="+mn-cs"/>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Char char="•"/>
              <a:defRPr/>
            </a:pPr>
            <a:endParaRPr kumimoji="0" lang="en-US" sz="2400" b="0" i="0" u="none" strike="noStrike" kern="1200" cap="none" spc="0" normalizeH="0" baseline="0" noProof="0" dirty="0">
              <a:ln>
                <a:noFill/>
              </a:ln>
              <a:solidFill>
                <a:schemeClr val="accent2">
                  <a:lumMod val="75000"/>
                </a:schemeClr>
              </a:solidFill>
              <a:effectLst/>
              <a:uLnTx/>
              <a:uFillTx/>
              <a:latin typeface="+mn-lt"/>
              <a:ea typeface="+mn-ea"/>
              <a:cs typeface="+mn-cs"/>
            </a:endParaRPr>
          </a:p>
        </p:txBody>
      </p:sp>
      <p:pic>
        <p:nvPicPr>
          <p:cNvPr id="13316" name="Picture 2"/>
          <p:cNvPicPr>
            <a:picLocks noChangeAspect="1"/>
          </p:cNvPicPr>
          <p:nvPr/>
        </p:nvPicPr>
        <p:blipFill>
          <a:blip r:embed="rId2"/>
          <a:srcRect l="23280" t="77852" r="30159" b="11411"/>
          <a:stretch>
            <a:fillRect/>
          </a:stretch>
        </p:blipFill>
        <p:spPr>
          <a:xfrm>
            <a:off x="2057400" y="76200"/>
            <a:ext cx="4800600" cy="436563"/>
          </a:xfrm>
          <a:prstGeom prst="rect">
            <a:avLst/>
          </a:prstGeom>
          <a:noFill/>
          <a:ln w="9525">
            <a:noFill/>
          </a:ln>
        </p:spPr>
      </p:pic>
    </p:spTree>
    <p:extLst>
      <p:ext uri="{BB962C8B-B14F-4D97-AF65-F5344CB8AC3E}">
        <p14:creationId xmlns:p14="http://schemas.microsoft.com/office/powerpoint/2010/main" val="279551800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sz="4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LZ77- </a:t>
            </a:r>
            <a:r>
              <a:rPr kumimoji="0" lang="en-US" sz="4400" b="1" i="0" u="none" strike="noStrike" kern="0" cap="none" spc="0" normalizeH="0" baseline="0" noProof="0" dirty="0" err="1" smtClean="0">
                <a:ln>
                  <a:noFill/>
                </a:ln>
                <a:solidFill>
                  <a:schemeClr val="tx2"/>
                </a:solidFill>
                <a:effectLst>
                  <a:outerShdw blurRad="38100" dist="38100" dir="2700000" algn="tl">
                    <a:srgbClr val="C0C0C0"/>
                  </a:outerShdw>
                </a:effectLst>
                <a:uLnTx/>
                <a:uFillTx/>
                <a:latin typeface="+mj-lt"/>
                <a:ea typeface="+mj-ea"/>
                <a:cs typeface="+mj-cs"/>
              </a:rPr>
              <a:t>Ziv</a:t>
            </a:r>
            <a:r>
              <a:rPr kumimoji="0" lang="en-US" sz="4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and Lempel in 1977</a:t>
            </a:r>
            <a:endParaRPr kumimoji="0" lang="en-US" sz="44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14339" name="Rectangle 3"/>
          <p:cNvSpPr>
            <a:spLocks noGrp="1"/>
          </p:cNvSpPr>
          <p:nvPr>
            <p:ph idx="1"/>
          </p:nvPr>
        </p:nvSpPr>
        <p:spPr>
          <a:xfrm>
            <a:off x="685800" y="1752600"/>
            <a:ext cx="7772400" cy="4114800"/>
          </a:xfrm>
          <a:ln/>
        </p:spPr>
        <p:txBody>
          <a:bodyPr vert="horz" wrap="square" lIns="91440" tIns="45720" rIns="91440" bIns="45720" anchor="t" anchorCtr="0"/>
          <a:lstStyle/>
          <a:p>
            <a:pPr>
              <a:buClr>
                <a:schemeClr val="hlink"/>
              </a:buClr>
            </a:pPr>
            <a:endParaRPr sz="2000" dirty="0"/>
          </a:p>
          <a:p>
            <a:pPr>
              <a:buClr>
                <a:schemeClr val="hlink"/>
              </a:buClr>
            </a:pPr>
            <a:r>
              <a:rPr sz="2000" dirty="0"/>
              <a:t>This algorithm is based on a portion of the previous encoded sequence</a:t>
            </a:r>
          </a:p>
          <a:p>
            <a:pPr>
              <a:buClr>
                <a:schemeClr val="hlink"/>
              </a:buClr>
            </a:pPr>
            <a:endParaRPr sz="2000" dirty="0"/>
          </a:p>
          <a:p>
            <a:pPr>
              <a:buClr>
                <a:schemeClr val="hlink"/>
              </a:buClr>
            </a:pPr>
            <a:r>
              <a:rPr sz="2000" dirty="0"/>
              <a:t>The encoder examines the input sequence through a sliding window</a:t>
            </a:r>
          </a:p>
          <a:p>
            <a:pPr>
              <a:buClr>
                <a:schemeClr val="hlink"/>
              </a:buClr>
            </a:pPr>
            <a:endParaRPr sz="2000" dirty="0"/>
          </a:p>
          <a:p>
            <a:pPr>
              <a:buClr>
                <a:schemeClr val="hlink"/>
              </a:buClr>
            </a:pPr>
            <a:r>
              <a:rPr sz="2000" dirty="0"/>
              <a:t>The sliding window consists of two parts</a:t>
            </a:r>
          </a:p>
          <a:p>
            <a:pPr lvl="1">
              <a:buClr>
                <a:schemeClr val="hlink"/>
              </a:buClr>
              <a:buFontTx/>
              <a:buChar char="•"/>
            </a:pPr>
            <a:r>
              <a:rPr sz="1800" dirty="0"/>
              <a:t>Search Buffer</a:t>
            </a:r>
          </a:p>
          <a:p>
            <a:pPr lvl="1">
              <a:buClr>
                <a:schemeClr val="hlink"/>
              </a:buClr>
              <a:buFontTx/>
              <a:buChar char="•"/>
            </a:pPr>
            <a:r>
              <a:rPr sz="1800" dirty="0"/>
              <a:t>Look-ahead Buffer</a:t>
            </a:r>
          </a:p>
          <a:p>
            <a:pPr lvl="1">
              <a:buClr>
                <a:schemeClr val="hlink"/>
              </a:buClr>
              <a:buFontTx/>
              <a:buChar char="•"/>
            </a:pPr>
            <a:endParaRPr sz="1800" dirty="0"/>
          </a:p>
        </p:txBody>
      </p:sp>
    </p:spTree>
    <p:extLst>
      <p:ext uri="{BB962C8B-B14F-4D97-AF65-F5344CB8AC3E}">
        <p14:creationId xmlns:p14="http://schemas.microsoft.com/office/powerpoint/2010/main" val="83036544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p:cNvPicPr>
            <a:picLocks noChangeAspect="1"/>
          </p:cNvPicPr>
          <p:nvPr/>
        </p:nvPicPr>
        <p:blipFill>
          <a:blip r:embed="rId2"/>
          <a:stretch>
            <a:fillRect/>
          </a:stretch>
        </p:blipFill>
        <p:spPr>
          <a:xfrm>
            <a:off x="557213" y="533400"/>
            <a:ext cx="8029575" cy="5791200"/>
          </a:xfrm>
          <a:prstGeom prst="rect">
            <a:avLst/>
          </a:prstGeom>
          <a:noFill/>
          <a:ln w="9525">
            <a:noFill/>
          </a:ln>
        </p:spPr>
      </p:pic>
    </p:spTree>
    <p:extLst>
      <p:ext uri="{BB962C8B-B14F-4D97-AF65-F5344CB8AC3E}">
        <p14:creationId xmlns:p14="http://schemas.microsoft.com/office/powerpoint/2010/main" val="339410878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609600" y="0"/>
            <a:ext cx="7772400" cy="838200"/>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sv-SE" sz="4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E-mail Compatibility</a:t>
            </a:r>
            <a:endParaRPr kumimoji="0" lang="en-US" sz="4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1030" name="Rectangle 3"/>
          <p:cNvSpPr>
            <a:spLocks noGrp="1" noChangeArrowheads="1"/>
          </p:cNvSpPr>
          <p:nvPr>
            <p:ph idx="1"/>
          </p:nvPr>
        </p:nvSpPr>
        <p:spPr>
          <a:xfrm>
            <a:off x="457200" y="990600"/>
            <a:ext cx="8534400" cy="52578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sz="2800" b="0" i="0" u="none" strike="noStrike" kern="0" cap="none" spc="0" normalizeH="0" baseline="0" noProof="0" dirty="0" smtClean="0">
                <a:ln>
                  <a:noFill/>
                </a:ln>
                <a:solidFill>
                  <a:schemeClr val="tx1"/>
                </a:solidFill>
                <a:effectLst/>
                <a:uLnTx/>
                <a:uFillTx/>
                <a:latin typeface="+mn-lt"/>
                <a:ea typeface="+mn-ea"/>
                <a:cs typeface="+mn-cs"/>
              </a:rPr>
              <a:t>The scheme used is radix-64 conversion.</a:t>
            </a:r>
          </a:p>
          <a:p>
            <a:pPr marL="342900" marR="0" lvl="0" indent="-342900" algn="l" defTabSz="914400" rtl="0" eaLnBrk="1" fontAlgn="base" latinLnBrk="0" hangingPunct="1">
              <a:lnSpc>
                <a:spcPct val="100000"/>
              </a:lnSpc>
              <a:spcBef>
                <a:spcPct val="20000"/>
              </a:spcBef>
              <a:spcAft>
                <a:spcPct val="0"/>
              </a:spcAft>
              <a:buClrTx/>
              <a:buSzTx/>
              <a:buFontTx/>
              <a:buChar char="•"/>
              <a:defRPr/>
            </a:pPr>
            <a:endParaRPr kumimoji="0" lang="en-US" sz="2800" b="0" i="0" u="none" strike="noStrike" kern="0" cap="none" spc="0" normalizeH="0" baseline="0" noProof="0" dirty="0" smtClean="0">
              <a:ln>
                <a:noFill/>
              </a:ln>
              <a:solidFill>
                <a:srgbClr val="FF0000"/>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sz="2800" b="0" i="0" u="none" strike="noStrike" kern="0" cap="none" spc="0" normalizeH="0" baseline="0" noProof="0" dirty="0" smtClean="0">
                <a:ln>
                  <a:noFill/>
                </a:ln>
                <a:solidFill>
                  <a:srgbClr val="FF0000"/>
                </a:solidFill>
                <a:effectLst/>
                <a:uLnTx/>
                <a:uFillTx/>
                <a:latin typeface="+mn-lt"/>
                <a:ea typeface="+mn-ea"/>
                <a:cs typeface="+mn-cs"/>
              </a:rPr>
              <a:t>Base64 (Radix-64) encoding schemes – used </a:t>
            </a:r>
            <a:r>
              <a:rPr kumimoji="0" lang="en-US" sz="2800" b="0" i="0" u="none" strike="noStrike" kern="0" cap="none" spc="0" normalizeH="0" baseline="0" noProof="0" dirty="0" smtClean="0">
                <a:ln>
                  <a:noFill/>
                </a:ln>
                <a:solidFill>
                  <a:schemeClr val="tx1"/>
                </a:solidFill>
                <a:effectLst/>
                <a:uLnTx/>
                <a:uFillTx/>
                <a:latin typeface="+mn-lt"/>
                <a:ea typeface="+mn-ea"/>
                <a:cs typeface="+mn-cs"/>
              </a:rPr>
              <a:t>to encode binary data that need to be </a:t>
            </a:r>
            <a:r>
              <a:rPr kumimoji="0" lang="en-US" sz="2800" b="0" i="0" u="none" strike="noStrike" kern="0" cap="none" spc="0" normalizeH="0" baseline="0" noProof="0" dirty="0" smtClean="0">
                <a:ln>
                  <a:noFill/>
                </a:ln>
                <a:solidFill>
                  <a:srgbClr val="FF0000"/>
                </a:solidFill>
                <a:effectLst/>
                <a:uLnTx/>
                <a:uFillTx/>
                <a:latin typeface="+mn-lt"/>
                <a:ea typeface="+mn-ea"/>
                <a:cs typeface="+mn-cs"/>
              </a:rPr>
              <a:t>stored and transferred over media </a:t>
            </a:r>
            <a:r>
              <a:rPr kumimoji="0" lang="en-US" sz="2800" b="0" i="0" u="none" strike="noStrike" kern="0" cap="none" spc="0" normalizeH="0" baseline="0" noProof="0" dirty="0" smtClean="0">
                <a:ln>
                  <a:noFill/>
                </a:ln>
                <a:solidFill>
                  <a:schemeClr val="tx1"/>
                </a:solidFill>
                <a:effectLst/>
                <a:uLnTx/>
                <a:uFillTx/>
                <a:latin typeface="+mn-lt"/>
                <a:ea typeface="+mn-ea"/>
                <a:cs typeface="+mn-cs"/>
              </a:rPr>
              <a:t>that are designed to deal with textual data. </a:t>
            </a:r>
          </a:p>
          <a:p>
            <a:pPr marL="342900" marR="0" lvl="0" indent="-342900" algn="l" defTabSz="914400" rtl="0" eaLnBrk="1" fontAlgn="base" latinLnBrk="0" hangingPunct="1">
              <a:lnSpc>
                <a:spcPct val="100000"/>
              </a:lnSpc>
              <a:spcBef>
                <a:spcPct val="20000"/>
              </a:spcBef>
              <a:spcAft>
                <a:spcPct val="0"/>
              </a:spcAft>
              <a:buClrTx/>
              <a:buSzTx/>
              <a:buFontTx/>
              <a:buChar char="•"/>
              <a:defRPr/>
            </a:pPr>
            <a:endParaRPr kumimoji="0" lang="en-US" sz="2800" b="0" i="0" u="none" strike="noStrike" kern="0" cap="none" spc="0" normalizeH="0" baseline="0" noProof="0" dirty="0" smtClean="0">
              <a:ln>
                <a:noFill/>
              </a:ln>
              <a:solidFill>
                <a:schemeClr val="accent2">
                  <a:lumMod val="75000"/>
                </a:schemeClr>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sz="2800" b="0" i="0" u="none" strike="noStrike" kern="0" cap="none" spc="0" normalizeH="0" baseline="0" noProof="0" dirty="0" smtClean="0">
                <a:ln>
                  <a:noFill/>
                </a:ln>
                <a:solidFill>
                  <a:schemeClr val="accent2">
                    <a:lumMod val="75000"/>
                  </a:schemeClr>
                </a:solidFill>
                <a:effectLst/>
                <a:uLnTx/>
                <a:uFillTx/>
                <a:latin typeface="+mn-lt"/>
                <a:ea typeface="+mn-ea"/>
                <a:cs typeface="+mn-cs"/>
              </a:rPr>
              <a:t>This is to ensure that the data remain intact without modification during transport. </a:t>
            </a:r>
          </a:p>
          <a:p>
            <a:pPr marL="342900" marR="0" lvl="0" indent="-342900" algn="l" defTabSz="914400" rtl="0" eaLnBrk="1" fontAlgn="base" latinLnBrk="0" hangingPunct="1">
              <a:lnSpc>
                <a:spcPct val="100000"/>
              </a:lnSpc>
              <a:spcBef>
                <a:spcPct val="20000"/>
              </a:spcBef>
              <a:spcAft>
                <a:spcPct val="0"/>
              </a:spcAft>
              <a:buClrTx/>
              <a:buSzTx/>
              <a:buFontTx/>
              <a:buChar char="•"/>
              <a:defRPr/>
            </a:pPr>
            <a:endParaRPr kumimoji="0" lang="en-US" sz="3200" b="0"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sz="2800" b="0" i="0" u="none" strike="noStrike" kern="0" cap="none" spc="0" normalizeH="0" baseline="0" noProof="0" dirty="0" smtClean="0">
                <a:ln>
                  <a:noFill/>
                </a:ln>
                <a:solidFill>
                  <a:schemeClr val="tx1"/>
                </a:solidFill>
                <a:effectLst/>
                <a:uLnTx/>
                <a:uFillTx/>
                <a:latin typeface="+mn-lt"/>
                <a:ea typeface="+mn-ea"/>
                <a:cs typeface="+mn-cs"/>
              </a:rPr>
              <a:t>The use of radix-64 expands the message by 33%.</a:t>
            </a:r>
          </a:p>
        </p:txBody>
      </p:sp>
    </p:spTree>
    <p:extLst>
      <p:ext uri="{BB962C8B-B14F-4D97-AF65-F5344CB8AC3E}">
        <p14:creationId xmlns:p14="http://schemas.microsoft.com/office/powerpoint/2010/main" val="45010034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3"/>
          <p:cNvPicPr>
            <a:picLocks noGrp="1" noChangeAspect="1"/>
          </p:cNvPicPr>
          <p:nvPr>
            <p:ph idx="1"/>
          </p:nvPr>
        </p:nvPicPr>
        <p:blipFill>
          <a:blip r:embed="rId2"/>
          <a:srcRect l="8028" t="3703" r="5482" b="22221"/>
          <a:stretch>
            <a:fillRect/>
          </a:stretch>
        </p:blipFill>
        <p:spPr>
          <a:xfrm>
            <a:off x="1676400" y="381000"/>
            <a:ext cx="6324600" cy="4038600"/>
          </a:xfrm>
          <a:ln/>
        </p:spPr>
      </p:pic>
      <p:pic>
        <p:nvPicPr>
          <p:cNvPr id="17411" name="Picture 3"/>
          <p:cNvPicPr>
            <a:picLocks noChangeAspect="1"/>
          </p:cNvPicPr>
          <p:nvPr/>
        </p:nvPicPr>
        <p:blipFill>
          <a:blip r:embed="rId2"/>
          <a:srcRect l="24165" t="92593" r="8421"/>
          <a:stretch>
            <a:fillRect/>
          </a:stretch>
        </p:blipFill>
        <p:spPr>
          <a:xfrm>
            <a:off x="1962150" y="4419600"/>
            <a:ext cx="5810250" cy="609600"/>
          </a:xfrm>
          <a:prstGeom prst="rect">
            <a:avLst/>
          </a:prstGeom>
          <a:noFill/>
          <a:ln w="9525">
            <a:noFill/>
          </a:ln>
        </p:spPr>
      </p:pic>
    </p:spTree>
    <p:extLst>
      <p:ext uri="{BB962C8B-B14F-4D97-AF65-F5344CB8AC3E}">
        <p14:creationId xmlns:p14="http://schemas.microsoft.com/office/powerpoint/2010/main" val="162205733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p:cNvPicPr>
            <a:picLocks noChangeAspect="1"/>
          </p:cNvPicPr>
          <p:nvPr/>
        </p:nvPicPr>
        <p:blipFill>
          <a:blip r:embed="rId2"/>
          <a:stretch>
            <a:fillRect/>
          </a:stretch>
        </p:blipFill>
        <p:spPr>
          <a:xfrm>
            <a:off x="757238" y="457200"/>
            <a:ext cx="7629525" cy="5943600"/>
          </a:xfrm>
          <a:prstGeom prst="rect">
            <a:avLst/>
          </a:prstGeom>
          <a:noFill/>
          <a:ln w="9525">
            <a:noFill/>
          </a:ln>
        </p:spPr>
      </p:pic>
    </p:spTree>
    <p:extLst>
      <p:ext uri="{BB962C8B-B14F-4D97-AF65-F5344CB8AC3E}">
        <p14:creationId xmlns:p14="http://schemas.microsoft.com/office/powerpoint/2010/main" val="224703305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descr="C:\Users\Admin\Desktop\ascii.PNG"/>
          <p:cNvPicPr>
            <a:picLocks noChangeAspect="1"/>
          </p:cNvPicPr>
          <p:nvPr/>
        </p:nvPicPr>
        <p:blipFill>
          <a:blip r:embed="rId2"/>
          <a:stretch>
            <a:fillRect/>
          </a:stretch>
        </p:blipFill>
        <p:spPr>
          <a:xfrm>
            <a:off x="685800" y="762000"/>
            <a:ext cx="7848600" cy="5334000"/>
          </a:xfrm>
          <a:prstGeom prst="rect">
            <a:avLst/>
          </a:prstGeom>
          <a:noFill/>
          <a:ln w="9525">
            <a:noFill/>
          </a:ln>
        </p:spPr>
      </p:pic>
    </p:spTree>
    <p:extLst>
      <p:ext uri="{BB962C8B-B14F-4D97-AF65-F5344CB8AC3E}">
        <p14:creationId xmlns:p14="http://schemas.microsoft.com/office/powerpoint/2010/main" val="402885324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ubtitle 2"/>
          <p:cNvSpPr>
            <a:spLocks noGrp="1"/>
          </p:cNvSpPr>
          <p:nvPr>
            <p:ph type="subTitle" idx="1"/>
          </p:nvPr>
        </p:nvSpPr>
        <p:spPr>
          <a:xfrm>
            <a:off x="152400" y="228600"/>
            <a:ext cx="8763000" cy="6248400"/>
          </a:xfrm>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sz="3200" b="0" i="0" u="none" strike="noStrike" kern="0" cap="none" spc="0" normalizeH="0" baseline="0" noProof="0" dirty="0" smtClean="0">
                <a:ln>
                  <a:noFill/>
                </a:ln>
                <a:solidFill>
                  <a:schemeClr val="tx1"/>
                </a:solidFill>
                <a:effectLst/>
                <a:uLnTx/>
                <a:uFillTx/>
                <a:latin typeface="+mn-lt"/>
                <a:ea typeface="+mn-ea"/>
                <a:cs typeface="+mn-cs"/>
              </a:rPr>
              <a:t> </a:t>
            </a:r>
            <a:r>
              <a:rPr kumimoji="0" lang="en-US" sz="2800" b="0" i="0" u="none" strike="noStrike" kern="0" cap="none" spc="0" normalizeH="0" baseline="0" noProof="0" dirty="0" err="1" smtClean="0">
                <a:ln>
                  <a:noFill/>
                </a:ln>
                <a:solidFill>
                  <a:schemeClr val="tx1"/>
                </a:solidFill>
                <a:effectLst/>
                <a:uLnTx/>
                <a:uFillTx/>
                <a:latin typeface="+mn-lt"/>
                <a:ea typeface="+mn-ea"/>
                <a:cs typeface="+mn-cs"/>
              </a:rPr>
              <a:t>i</a:t>
            </a:r>
            <a:r>
              <a:rPr kumimoji="0" lang="en-US" sz="2800" b="0" i="0" u="none" strike="noStrike" kern="0" cap="none" spc="0" normalizeH="0" baseline="0" noProof="0" dirty="0" smtClean="0">
                <a:ln>
                  <a:noFill/>
                </a:ln>
                <a:solidFill>
                  <a:schemeClr val="tx1"/>
                </a:solidFill>
                <a:effectLst/>
                <a:uLnTx/>
                <a:uFillTx/>
                <a:latin typeface="+mn-lt"/>
                <a:ea typeface="+mn-ea"/>
                <a:cs typeface="+mn-cs"/>
              </a:rPr>
              <a:t>/p : 00100011    01011100    10010001</a:t>
            </a:r>
          </a:p>
          <a:p>
            <a:pPr marL="0" marR="0" lvl="0" indent="0" algn="l" defTabSz="914400" rtl="0" eaLnBrk="0" fontAlgn="base" latinLnBrk="0" hangingPunct="0">
              <a:lnSpc>
                <a:spcPct val="100000"/>
              </a:lnSpc>
              <a:spcBef>
                <a:spcPct val="20000"/>
              </a:spcBef>
              <a:spcAft>
                <a:spcPct val="0"/>
              </a:spcAft>
              <a:buClrTx/>
              <a:buSzTx/>
              <a:buFontTx/>
              <a:buNone/>
              <a:defRPr/>
            </a:pPr>
            <a:r>
              <a:rPr kumimoji="0" lang="en-US" sz="2800" b="0" i="0" u="none" strike="noStrike" kern="0" cap="none" spc="0" normalizeH="0" baseline="0" noProof="0" dirty="0" smtClean="0">
                <a:ln>
                  <a:noFill/>
                </a:ln>
                <a:solidFill>
                  <a:schemeClr val="tx1"/>
                </a:solidFill>
                <a:effectLst/>
                <a:uLnTx/>
                <a:uFillTx/>
                <a:latin typeface="+mn-lt"/>
                <a:ea typeface="+mn-ea"/>
                <a:cs typeface="+mn-cs"/>
              </a:rPr>
              <a:t>         2 3 5 C 9 1  (in hexadecimal)</a:t>
            </a:r>
          </a:p>
          <a:p>
            <a:pPr marL="0" marR="0" lvl="0" indent="0" algn="l" defTabSz="914400" rtl="0" eaLnBrk="0" fontAlgn="base" latinLnBrk="0" hangingPunct="0">
              <a:lnSpc>
                <a:spcPct val="100000"/>
              </a:lnSpc>
              <a:spcBef>
                <a:spcPct val="20000"/>
              </a:spcBef>
              <a:spcAft>
                <a:spcPct val="0"/>
              </a:spcAft>
              <a:buClrTx/>
              <a:buSzTx/>
              <a:buFontTx/>
              <a:buNone/>
              <a:defRPr/>
            </a:pPr>
            <a:r>
              <a:rPr kumimoji="0" lang="en-US" sz="2800" b="0" i="0" u="none" strike="noStrike" kern="0" cap="none" spc="0" normalizeH="0" baseline="0" noProof="0" dirty="0" smtClean="0">
                <a:ln>
                  <a:noFill/>
                </a:ln>
                <a:solidFill>
                  <a:schemeClr val="tx1"/>
                </a:solidFill>
                <a:effectLst/>
                <a:uLnTx/>
                <a:uFillTx/>
                <a:latin typeface="+mn-lt"/>
                <a:ea typeface="+mn-ea"/>
                <a:cs typeface="+mn-cs"/>
              </a:rPr>
              <a:t>     arrange this input in blocks of 6 bits:</a:t>
            </a:r>
          </a:p>
          <a:p>
            <a:pPr marL="0" marR="0" lvl="0" indent="0" algn="l" defTabSz="914400" rtl="0" eaLnBrk="0" fontAlgn="base" latinLnBrk="0" hangingPunct="0">
              <a:lnSpc>
                <a:spcPct val="100000"/>
              </a:lnSpc>
              <a:spcBef>
                <a:spcPct val="20000"/>
              </a:spcBef>
              <a:spcAft>
                <a:spcPct val="0"/>
              </a:spcAft>
              <a:buClrTx/>
              <a:buSzTx/>
              <a:buFontTx/>
              <a:buNone/>
              <a:defRPr/>
            </a:pPr>
            <a:r>
              <a:rPr kumimoji="0" lang="en-US" sz="2800" b="0" i="0" u="none" strike="noStrike" kern="0" cap="none" spc="0" normalizeH="0" baseline="0" noProof="0" dirty="0" smtClean="0">
                <a:ln>
                  <a:noFill/>
                </a:ln>
                <a:solidFill>
                  <a:schemeClr val="tx1"/>
                </a:solidFill>
                <a:effectLst/>
                <a:uLnTx/>
                <a:uFillTx/>
                <a:latin typeface="+mn-lt"/>
                <a:ea typeface="+mn-ea"/>
                <a:cs typeface="+mn-cs"/>
              </a:rPr>
              <a:t> </a:t>
            </a:r>
            <a:r>
              <a:rPr kumimoji="0" lang="en-US" sz="2800" b="0" i="0" u="none" strike="noStrike" kern="0" cap="none" spc="0" normalizeH="0" baseline="0" noProof="0" dirty="0" smtClean="0">
                <a:ln>
                  <a:noFill/>
                </a:ln>
                <a:solidFill>
                  <a:schemeClr val="accent2">
                    <a:lumMod val="75000"/>
                  </a:schemeClr>
                </a:solidFill>
                <a:effectLst/>
                <a:uLnTx/>
                <a:uFillTx/>
                <a:latin typeface="+mn-lt"/>
                <a:ea typeface="+mn-ea"/>
                <a:cs typeface="+mn-cs"/>
              </a:rPr>
              <a:t>001000    110101    110010    010001</a:t>
            </a:r>
          </a:p>
          <a:p>
            <a:pPr marL="0" marR="0" lvl="0" indent="0" algn="l" defTabSz="914400" rtl="0" eaLnBrk="0" fontAlgn="base" latinLnBrk="0" hangingPunct="0">
              <a:lnSpc>
                <a:spcPct val="100000"/>
              </a:lnSpc>
              <a:spcBef>
                <a:spcPct val="20000"/>
              </a:spcBef>
              <a:spcAft>
                <a:spcPct val="0"/>
              </a:spcAft>
              <a:buClrTx/>
              <a:buSzTx/>
              <a:buFontTx/>
              <a:buNone/>
              <a:defRPr/>
            </a:pPr>
            <a:r>
              <a:rPr kumimoji="0" lang="en-US" sz="2800" b="0" i="0" u="none" strike="noStrike" kern="0" cap="none" spc="0" normalizeH="0" baseline="0" noProof="0" dirty="0" smtClean="0">
                <a:ln>
                  <a:noFill/>
                </a:ln>
                <a:solidFill>
                  <a:schemeClr val="accent2">
                    <a:lumMod val="75000"/>
                  </a:schemeClr>
                </a:solidFill>
                <a:effectLst/>
                <a:uLnTx/>
                <a:uFillTx/>
                <a:latin typeface="+mn-lt"/>
                <a:ea typeface="+mn-ea"/>
                <a:cs typeface="+mn-cs"/>
              </a:rPr>
              <a:t>    I 1 y R (in radix-64)</a:t>
            </a:r>
          </a:p>
          <a:p>
            <a:pPr marL="0" marR="0" lvl="0" indent="0" algn="l" defTabSz="914400" rtl="0" eaLnBrk="0" fontAlgn="base" latinLnBrk="0" hangingPunct="0">
              <a:lnSpc>
                <a:spcPct val="100000"/>
              </a:lnSpc>
              <a:spcBef>
                <a:spcPct val="20000"/>
              </a:spcBef>
              <a:spcAft>
                <a:spcPct val="0"/>
              </a:spcAft>
              <a:buClrTx/>
              <a:buSzTx/>
              <a:buFontTx/>
              <a:buNone/>
              <a:defRPr/>
            </a:pPr>
            <a:r>
              <a:rPr kumimoji="0" lang="en-US" sz="2800" b="0" i="0" u="none" strike="noStrike" kern="0" cap="none" spc="0" normalizeH="0" baseline="0" noProof="0" dirty="0" smtClean="0">
                <a:ln>
                  <a:noFill/>
                </a:ln>
                <a:solidFill>
                  <a:schemeClr val="tx1"/>
                </a:solidFill>
                <a:effectLst/>
                <a:uLnTx/>
                <a:uFillTx/>
                <a:latin typeface="+mn-lt"/>
                <a:ea typeface="+mn-ea"/>
                <a:cs typeface="+mn-cs"/>
              </a:rPr>
              <a:t> </a:t>
            </a:r>
          </a:p>
          <a:p>
            <a:pPr marL="0" marR="0" lvl="0" indent="0" algn="l" defTabSz="914400" rtl="0" eaLnBrk="0" fontAlgn="base" latinLnBrk="0" hangingPunct="0">
              <a:lnSpc>
                <a:spcPct val="100000"/>
              </a:lnSpc>
              <a:spcBef>
                <a:spcPct val="20000"/>
              </a:spcBef>
              <a:spcAft>
                <a:spcPct val="0"/>
              </a:spcAft>
              <a:buClrTx/>
              <a:buSzTx/>
              <a:buFontTx/>
              <a:buNone/>
              <a:defRPr/>
            </a:pPr>
            <a:endParaRPr kumimoji="0" lang="en-US" sz="28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Tx/>
              <a:buSzTx/>
              <a:buFontTx/>
              <a:buNone/>
              <a:defRPr/>
            </a:pPr>
            <a:endParaRPr kumimoji="0" lang="en-US" sz="28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Tx/>
              <a:buSzTx/>
              <a:buFontTx/>
              <a:buNone/>
              <a:defRPr/>
            </a:pPr>
            <a:r>
              <a:rPr kumimoji="0" lang="en-US" sz="2800" b="0" i="0" u="none" strike="noStrike" kern="0" cap="none" spc="0" normalizeH="0" baseline="0" noProof="0" dirty="0" smtClean="0">
                <a:ln>
                  <a:noFill/>
                </a:ln>
                <a:solidFill>
                  <a:schemeClr val="tx1"/>
                </a:solidFill>
                <a:effectLst/>
                <a:uLnTx/>
                <a:uFillTx/>
                <a:latin typeface="+mn-lt"/>
                <a:ea typeface="+mn-ea"/>
                <a:cs typeface="+mn-cs"/>
              </a:rPr>
              <a:t>If these characters are stored in 8-bit ASCII format with parity bit set to zero , we have </a:t>
            </a:r>
          </a:p>
          <a:p>
            <a:pPr marL="0" marR="0" lvl="0" indent="0" algn="l" defTabSz="914400" rtl="0" eaLnBrk="0" fontAlgn="base" latinLnBrk="0" hangingPunct="0">
              <a:lnSpc>
                <a:spcPct val="100000"/>
              </a:lnSpc>
              <a:spcBef>
                <a:spcPct val="20000"/>
              </a:spcBef>
              <a:spcAft>
                <a:spcPct val="0"/>
              </a:spcAft>
              <a:buClrTx/>
              <a:buSzTx/>
              <a:buFontTx/>
              <a:buNone/>
              <a:defRPr/>
            </a:pPr>
            <a:r>
              <a:rPr kumimoji="0" lang="en-US" sz="2800" b="0" i="0" u="none" strike="noStrike" kern="0" cap="none" spc="0" normalizeH="0" baseline="0" noProof="0" dirty="0" smtClean="0">
                <a:ln>
                  <a:noFill/>
                </a:ln>
                <a:solidFill>
                  <a:schemeClr val="tx1"/>
                </a:solidFill>
                <a:effectLst/>
                <a:uLnTx/>
                <a:uFillTx/>
                <a:latin typeface="+mn-lt"/>
                <a:ea typeface="+mn-ea"/>
                <a:cs typeface="+mn-cs"/>
              </a:rPr>
              <a:t>01001001  00110001  01111001  01010010</a:t>
            </a:r>
          </a:p>
          <a:p>
            <a:pPr marL="0" marR="0" lvl="0" indent="0" algn="l" defTabSz="914400" rtl="0" eaLnBrk="0" fontAlgn="base" latinLnBrk="0" hangingPunct="0">
              <a:lnSpc>
                <a:spcPct val="100000"/>
              </a:lnSpc>
              <a:spcBef>
                <a:spcPct val="20000"/>
              </a:spcBef>
              <a:spcAft>
                <a:spcPct val="0"/>
              </a:spcAft>
              <a:buClrTx/>
              <a:buSzTx/>
              <a:buFontTx/>
              <a:buNone/>
              <a:defRPr/>
            </a:pPr>
            <a:r>
              <a:rPr kumimoji="0" lang="en-US" sz="2800" b="0" i="0" u="none" strike="noStrike" kern="0" cap="none" spc="0" normalizeH="0" baseline="0" noProof="0" dirty="0" smtClean="0">
                <a:ln>
                  <a:noFill/>
                </a:ln>
                <a:solidFill>
                  <a:schemeClr val="tx1"/>
                </a:solidFill>
                <a:effectLst/>
                <a:uLnTx/>
                <a:uFillTx/>
                <a:latin typeface="+mn-lt"/>
                <a:ea typeface="+mn-ea"/>
                <a:cs typeface="+mn-cs"/>
              </a:rPr>
              <a:t>o/p : 4 9 3 1 7 9 5 2</a:t>
            </a:r>
          </a:p>
          <a:p>
            <a:pPr marL="0" marR="0" lvl="0" indent="0" algn="l" defTabSz="914400" rtl="0" eaLnBrk="0" fontAlgn="base" latinLnBrk="0" hangingPunct="0">
              <a:lnSpc>
                <a:spcPct val="100000"/>
              </a:lnSpc>
              <a:spcBef>
                <a:spcPct val="20000"/>
              </a:spcBef>
              <a:spcAft>
                <a:spcPct val="0"/>
              </a:spcAft>
              <a:buClrTx/>
              <a:buSzTx/>
              <a:buFontTx/>
              <a:buNone/>
              <a:defRPr/>
            </a:pPr>
            <a:endParaRPr kumimoji="0" lang="en-US" sz="32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Tx/>
              <a:buSzTx/>
              <a:buFontTx/>
              <a:buNone/>
              <a:defRPr/>
            </a:pPr>
            <a:endParaRPr kumimoji="0" lang="en-US" sz="32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Tx/>
              <a:buSzTx/>
              <a:buFontTx/>
              <a:buNone/>
              <a:defRPr/>
            </a:pPr>
            <a:endParaRPr kumimoji="0" lang="en-US" sz="32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Tx/>
              <a:buSzTx/>
              <a:buFontTx/>
              <a:buNone/>
              <a:defRPr/>
            </a:pPr>
            <a:endParaRPr kumimoji="0" lang="en-US" sz="3200" b="0" i="0" u="none" strike="noStrike" kern="0" cap="none" spc="0" normalizeH="0" baseline="0" noProof="0" dirty="0" smtClean="0">
              <a:ln>
                <a:noFill/>
              </a:ln>
              <a:solidFill>
                <a:schemeClr val="tx1"/>
              </a:solidFill>
              <a:effectLst/>
              <a:uLnTx/>
              <a:uFillTx/>
              <a:latin typeface="+mn-lt"/>
              <a:ea typeface="+mn-ea"/>
              <a:cs typeface="+mn-cs"/>
            </a:endParaRPr>
          </a:p>
        </p:txBody>
      </p:sp>
      <p:graphicFrame>
        <p:nvGraphicFramePr>
          <p:cNvPr id="5" name="Table 4"/>
          <p:cNvGraphicFramePr>
            <a:graphicFrameLocks noGrp="1"/>
          </p:cNvGraphicFramePr>
          <p:nvPr/>
        </p:nvGraphicFramePr>
        <p:xfrm>
          <a:off x="4038600" y="2286000"/>
          <a:ext cx="5029200" cy="185420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1461752">
                  <a:extLst>
                    <a:ext uri="{9D8B030D-6E8A-4147-A177-3AD203B41FA5}">
                      <a16:colId xmlns:a16="http://schemas.microsoft.com/office/drawing/2014/main" val="20001"/>
                    </a:ext>
                  </a:extLst>
                </a:gridCol>
                <a:gridCol w="2195848">
                  <a:extLst>
                    <a:ext uri="{9D8B030D-6E8A-4147-A177-3AD203B41FA5}">
                      <a16:colId xmlns:a16="http://schemas.microsoft.com/office/drawing/2014/main" val="20002"/>
                    </a:ext>
                  </a:extLst>
                </a:gridCol>
              </a:tblGrid>
              <a:tr h="370840">
                <a:tc>
                  <a:txBody>
                    <a:bodyPr/>
                    <a:lstStyle/>
                    <a:p>
                      <a:pPr algn="ctr"/>
                      <a:r>
                        <a:rPr lang="en-US" dirty="0" smtClean="0"/>
                        <a:t>Character</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smtClean="0"/>
                        <a:t>ASCII Value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smtClean="0"/>
                        <a:t>Binary</a:t>
                      </a:r>
                      <a:r>
                        <a:rPr lang="en-US" baseline="0" dirty="0" smtClean="0"/>
                        <a:t> form</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algn="ctr"/>
                      <a:r>
                        <a:rPr lang="en-US" dirty="0" smtClean="0"/>
                        <a:t>I</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smtClean="0"/>
                        <a:t>73</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smtClean="0"/>
                        <a:t>1001001</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algn="ctr"/>
                      <a:r>
                        <a:rPr lang="en-US" dirty="0" smtClean="0"/>
                        <a:t>1</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smtClean="0"/>
                        <a:t>49</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smtClean="0"/>
                        <a:t>0110001</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a:r>
                        <a:rPr lang="en-US" dirty="0" smtClean="0"/>
                        <a:t>Y</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smtClean="0"/>
                        <a:t>121</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smtClean="0"/>
                        <a:t>1111001</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pPr algn="ctr"/>
                      <a:r>
                        <a:rPr lang="en-US" dirty="0" smtClean="0"/>
                        <a:t>R</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smtClean="0"/>
                        <a:t>82</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smtClean="0"/>
                        <a:t>1010010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97855145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44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Segmentation and Reassembly</a:t>
            </a:r>
          </a:p>
        </p:txBody>
      </p:sp>
      <p:sp>
        <p:nvSpPr>
          <p:cNvPr id="21507" name="Rectangle 3"/>
          <p:cNvSpPr>
            <a:spLocks noGrp="1"/>
          </p:cNvSpPr>
          <p:nvPr>
            <p:ph idx="1"/>
          </p:nvPr>
        </p:nvSpPr>
        <p:spPr>
          <a:ln/>
        </p:spPr>
        <p:txBody>
          <a:bodyPr vert="horz" wrap="square" lIns="91440" tIns="45720" rIns="91440" bIns="45720" anchor="t" anchorCtr="0"/>
          <a:lstStyle/>
          <a:p>
            <a:pPr eaLnBrk="1" hangingPunct="1"/>
            <a:r>
              <a:rPr dirty="0"/>
              <a:t>Often restricted to a maximum message length of 50,000 octets.</a:t>
            </a:r>
          </a:p>
          <a:p>
            <a:pPr eaLnBrk="1" hangingPunct="1"/>
            <a:r>
              <a:rPr dirty="0"/>
              <a:t>Longer messages must be broken up into segments.</a:t>
            </a:r>
          </a:p>
          <a:p>
            <a:pPr eaLnBrk="1" hangingPunct="1"/>
            <a:r>
              <a:rPr dirty="0"/>
              <a:t>PGP automatically subdivides a message that is too large.</a:t>
            </a:r>
          </a:p>
          <a:p>
            <a:pPr eaLnBrk="1" hangingPunct="1"/>
            <a:r>
              <a:rPr dirty="0"/>
              <a:t>The receiver strip of all e-mail headers and reassemble the block.</a:t>
            </a:r>
          </a:p>
        </p:txBody>
      </p:sp>
    </p:spTree>
    <p:extLst>
      <p:ext uri="{BB962C8B-B14F-4D97-AF65-F5344CB8AC3E}">
        <p14:creationId xmlns:p14="http://schemas.microsoft.com/office/powerpoint/2010/main" val="289962468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5"/>
          <p:cNvPicPr>
            <a:picLocks noChangeAspect="1"/>
          </p:cNvPicPr>
          <p:nvPr/>
        </p:nvPicPr>
        <p:blipFill>
          <a:blip r:embed="rId2"/>
          <a:srcRect r="1755" b="10928"/>
          <a:stretch>
            <a:fillRect/>
          </a:stretch>
        </p:blipFill>
        <p:spPr>
          <a:xfrm>
            <a:off x="0" y="0"/>
            <a:ext cx="9009063" cy="6324600"/>
          </a:xfrm>
          <a:prstGeom prst="rect">
            <a:avLst/>
          </a:prstGeom>
          <a:noFill/>
          <a:ln w="9525">
            <a:noFill/>
          </a:ln>
        </p:spPr>
      </p:pic>
      <p:pic>
        <p:nvPicPr>
          <p:cNvPr id="22531" name="Picture 5"/>
          <p:cNvPicPr>
            <a:picLocks noChangeAspect="1"/>
          </p:cNvPicPr>
          <p:nvPr/>
        </p:nvPicPr>
        <p:blipFill>
          <a:blip r:embed="rId2"/>
          <a:srcRect l="28070" t="94267" r="21930" b="-204"/>
          <a:stretch>
            <a:fillRect/>
          </a:stretch>
        </p:blipFill>
        <p:spPr>
          <a:xfrm>
            <a:off x="1371600" y="6324600"/>
            <a:ext cx="6172200" cy="533400"/>
          </a:xfrm>
          <a:prstGeom prst="rect">
            <a:avLst/>
          </a:prstGeom>
          <a:noFill/>
          <a:ln w="9525">
            <a:noFill/>
          </a:ln>
        </p:spPr>
      </p:pic>
    </p:spTree>
    <p:extLst>
      <p:ext uri="{BB962C8B-B14F-4D97-AF65-F5344CB8AC3E}">
        <p14:creationId xmlns:p14="http://schemas.microsoft.com/office/powerpoint/2010/main" val="361277526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4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S/MIME</a:t>
            </a:r>
          </a:p>
        </p:txBody>
      </p:sp>
      <p:sp>
        <p:nvSpPr>
          <p:cNvPr id="35843" name="Rectangle 3"/>
          <p:cNvSpPr>
            <a:spLocks noGrp="1"/>
          </p:cNvSpPr>
          <p:nvPr>
            <p:ph idx="1"/>
          </p:nvPr>
        </p:nvSpPr>
        <p:spPr>
          <a:ln/>
        </p:spPr>
        <p:txBody>
          <a:bodyPr vert="horz" wrap="square" lIns="91440" tIns="45720" rIns="91440" bIns="45720" anchor="t" anchorCtr="0"/>
          <a:lstStyle/>
          <a:p>
            <a:pPr eaLnBrk="1" hangingPunct="1"/>
            <a:r>
              <a:rPr sz="2800" dirty="0"/>
              <a:t>S/MIME: </a:t>
            </a:r>
            <a:r>
              <a:rPr dirty="0">
                <a:solidFill>
                  <a:srgbClr val="0000FF"/>
                </a:solidFill>
              </a:rPr>
              <a:t>Secure/Multipurpose Internet Mail Extension</a:t>
            </a:r>
          </a:p>
          <a:p>
            <a:pPr eaLnBrk="1" hangingPunct="1"/>
            <a:r>
              <a:rPr dirty="0"/>
              <a:t>S/MIME will probably emerge as the industry standard.</a:t>
            </a:r>
          </a:p>
          <a:p>
            <a:pPr eaLnBrk="1" hangingPunct="1"/>
            <a:r>
              <a:rPr dirty="0"/>
              <a:t>PGP for personal e-mail security </a:t>
            </a:r>
          </a:p>
        </p:txBody>
      </p:sp>
    </p:spTree>
    <p:extLst>
      <p:ext uri="{BB962C8B-B14F-4D97-AF65-F5344CB8AC3E}">
        <p14:creationId xmlns:p14="http://schemas.microsoft.com/office/powerpoint/2010/main" val="416681672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44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Simple Mail Transfer Protocol (SMTP, RFC 822)</a:t>
            </a:r>
            <a:br>
              <a:rPr kumimoji="0" lang="en-US" sz="44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br>
            <a:endParaRPr kumimoji="0" lang="en-US" sz="44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36867" name="Rectangle 3"/>
          <p:cNvSpPr>
            <a:spLocks noGrp="1"/>
          </p:cNvSpPr>
          <p:nvPr>
            <p:ph idx="1"/>
          </p:nvPr>
        </p:nvSpPr>
        <p:spPr>
          <a:ln/>
        </p:spPr>
        <p:txBody>
          <a:bodyPr vert="horz" wrap="square" lIns="91440" tIns="45720" rIns="91440" bIns="45720" anchor="t" anchorCtr="0"/>
          <a:lstStyle/>
          <a:p>
            <a:pPr eaLnBrk="1" hangingPunct="1">
              <a:spcAft>
                <a:spcPct val="20000"/>
              </a:spcAft>
            </a:pPr>
            <a:r>
              <a:rPr sz="2400" b="1" dirty="0"/>
              <a:t>SMTP Limitations - Can not transmit, or has a problem with:</a:t>
            </a:r>
          </a:p>
          <a:p>
            <a:pPr lvl="1" eaLnBrk="1" hangingPunct="1">
              <a:spcAft>
                <a:spcPct val="20000"/>
              </a:spcAft>
            </a:pPr>
            <a:r>
              <a:rPr sz="2400" dirty="0"/>
              <a:t> executable files, or other binary files (jpeg image)</a:t>
            </a:r>
          </a:p>
          <a:p>
            <a:pPr lvl="1" eaLnBrk="1" hangingPunct="1">
              <a:spcAft>
                <a:spcPct val="20000"/>
              </a:spcAft>
            </a:pPr>
            <a:r>
              <a:rPr sz="2400" dirty="0"/>
              <a:t> “national language” characters (non-ASCII)</a:t>
            </a:r>
          </a:p>
          <a:p>
            <a:pPr lvl="1" eaLnBrk="1" hangingPunct="1">
              <a:spcAft>
                <a:spcPct val="20000"/>
              </a:spcAft>
            </a:pPr>
            <a:r>
              <a:rPr sz="2400" dirty="0"/>
              <a:t> messages over a certain size</a:t>
            </a:r>
          </a:p>
          <a:p>
            <a:pPr lvl="1" eaLnBrk="1" hangingPunct="1">
              <a:spcAft>
                <a:spcPct val="20000"/>
              </a:spcAft>
            </a:pPr>
            <a:r>
              <a:rPr sz="2400" dirty="0"/>
              <a:t> ASCII to EBCDIC translation problems</a:t>
            </a:r>
          </a:p>
          <a:p>
            <a:pPr lvl="1" eaLnBrk="1" hangingPunct="1">
              <a:spcAft>
                <a:spcPct val="20000"/>
              </a:spcAft>
            </a:pPr>
            <a:r>
              <a:rPr sz="2400" dirty="0"/>
              <a:t>lines longer than a certain length (72 to 254 characters)</a:t>
            </a:r>
          </a:p>
        </p:txBody>
      </p:sp>
    </p:spTree>
    <p:extLst>
      <p:ext uri="{BB962C8B-B14F-4D97-AF65-F5344CB8AC3E}">
        <p14:creationId xmlns:p14="http://schemas.microsoft.com/office/powerpoint/2010/main" val="212135169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11"/>
          <p:cNvPicPr>
            <a:picLocks noChangeAspect="1"/>
          </p:cNvPicPr>
          <p:nvPr/>
        </p:nvPicPr>
        <p:blipFill>
          <a:blip r:embed="rId2"/>
          <a:stretch>
            <a:fillRect/>
          </a:stretch>
        </p:blipFill>
        <p:spPr>
          <a:xfrm>
            <a:off x="990600" y="1828800"/>
            <a:ext cx="6919913" cy="3421063"/>
          </a:xfrm>
          <a:prstGeom prst="rect">
            <a:avLst/>
          </a:prstGeom>
          <a:noFill/>
          <a:ln w="9525">
            <a:noFill/>
          </a:ln>
        </p:spPr>
      </p:pic>
      <p:sp>
        <p:nvSpPr>
          <p:cNvPr id="37891" name="Text Box 12"/>
          <p:cNvSpPr txBox="1"/>
          <p:nvPr/>
        </p:nvSpPr>
        <p:spPr>
          <a:xfrm>
            <a:off x="2882900" y="990600"/>
            <a:ext cx="1809750" cy="461963"/>
          </a:xfrm>
          <a:prstGeom prst="rect">
            <a:avLst/>
          </a:prstGeom>
          <a:noFill/>
          <a:ln w="9525">
            <a:noFill/>
          </a:ln>
        </p:spPr>
        <p:txBody>
          <a:bodyPr wrap="none">
            <a:spAutoFit/>
          </a:bodyPr>
          <a:lstStyle/>
          <a:p>
            <a:r>
              <a:rPr dirty="0">
                <a:solidFill>
                  <a:schemeClr val="folHlink"/>
                </a:solidFill>
                <a:latin typeface="Times New Roman" panose="02020603050405020304" pitchFamily="18" charset="0"/>
              </a:rPr>
              <a:t> Figure </a:t>
            </a:r>
            <a:r>
              <a:rPr sz="2000" i="1" dirty="0">
                <a:latin typeface="Times New Roman" panose="02020603050405020304" pitchFamily="18" charset="0"/>
              </a:rPr>
              <a:t>MIME</a:t>
            </a:r>
          </a:p>
        </p:txBody>
      </p:sp>
    </p:spTree>
    <p:extLst>
      <p:ext uri="{BB962C8B-B14F-4D97-AF65-F5344CB8AC3E}">
        <p14:creationId xmlns:p14="http://schemas.microsoft.com/office/powerpoint/2010/main" val="356921975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ext Box 11"/>
          <p:cNvSpPr txBox="1"/>
          <p:nvPr/>
        </p:nvSpPr>
        <p:spPr>
          <a:xfrm>
            <a:off x="2438400" y="1447800"/>
            <a:ext cx="2508250" cy="461963"/>
          </a:xfrm>
          <a:prstGeom prst="rect">
            <a:avLst/>
          </a:prstGeom>
          <a:noFill/>
          <a:ln w="9525">
            <a:noFill/>
          </a:ln>
        </p:spPr>
        <p:txBody>
          <a:bodyPr wrap="none">
            <a:spAutoFit/>
          </a:bodyPr>
          <a:lstStyle/>
          <a:p>
            <a:r>
              <a:rPr dirty="0">
                <a:solidFill>
                  <a:schemeClr val="folHlink"/>
                </a:solidFill>
                <a:latin typeface="Times New Roman" panose="02020603050405020304" pitchFamily="18" charset="0"/>
              </a:rPr>
              <a:t>Figure </a:t>
            </a:r>
            <a:r>
              <a:rPr sz="2000" i="1" dirty="0">
                <a:solidFill>
                  <a:schemeClr val="folHlink"/>
                </a:solidFill>
                <a:latin typeface="Times New Roman" panose="02020603050405020304" pitchFamily="18" charset="0"/>
              </a:rPr>
              <a:t>MIME header</a:t>
            </a:r>
            <a:endParaRPr sz="2000" i="1" dirty="0">
              <a:latin typeface="Times New Roman" panose="02020603050405020304" pitchFamily="18" charset="0"/>
            </a:endParaRPr>
          </a:p>
        </p:txBody>
      </p:sp>
      <p:pic>
        <p:nvPicPr>
          <p:cNvPr id="38915" name="Picture 12"/>
          <p:cNvPicPr>
            <a:picLocks noChangeAspect="1"/>
          </p:cNvPicPr>
          <p:nvPr/>
        </p:nvPicPr>
        <p:blipFill>
          <a:blip r:embed="rId2"/>
          <a:stretch>
            <a:fillRect/>
          </a:stretch>
        </p:blipFill>
        <p:spPr>
          <a:xfrm>
            <a:off x="1008063" y="3017838"/>
            <a:ext cx="7221537" cy="2392362"/>
          </a:xfrm>
          <a:prstGeom prst="rect">
            <a:avLst/>
          </a:prstGeom>
          <a:noFill/>
          <a:ln w="9525">
            <a:noFill/>
          </a:ln>
        </p:spPr>
      </p:pic>
    </p:spTree>
    <p:extLst>
      <p:ext uri="{BB962C8B-B14F-4D97-AF65-F5344CB8AC3E}">
        <p14:creationId xmlns:p14="http://schemas.microsoft.com/office/powerpoint/2010/main" val="157058971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9938" name="Group 4"/>
          <p:cNvGrpSpPr/>
          <p:nvPr/>
        </p:nvGrpSpPr>
        <p:grpSpPr>
          <a:xfrm>
            <a:off x="468313" y="882650"/>
            <a:ext cx="7989887" cy="5746750"/>
            <a:chOff x="468313" y="806450"/>
            <a:chExt cx="7989887" cy="5746750"/>
          </a:xfrm>
        </p:grpSpPr>
        <p:pic>
          <p:nvPicPr>
            <p:cNvPr id="39939" name="Picture 11"/>
            <p:cNvPicPr>
              <a:picLocks noChangeAspect="1"/>
            </p:cNvPicPr>
            <p:nvPr/>
          </p:nvPicPr>
          <p:blipFill>
            <a:blip r:embed="rId2"/>
            <a:stretch>
              <a:fillRect/>
            </a:stretch>
          </p:blipFill>
          <p:spPr>
            <a:xfrm>
              <a:off x="468313" y="806450"/>
              <a:ext cx="7989887" cy="5746750"/>
            </a:xfrm>
            <a:prstGeom prst="rect">
              <a:avLst/>
            </a:prstGeom>
            <a:noFill/>
            <a:ln w="9525">
              <a:noFill/>
            </a:ln>
          </p:spPr>
        </p:pic>
        <p:sp>
          <p:nvSpPr>
            <p:cNvPr id="39940" name="TextBox 3"/>
            <p:cNvSpPr txBox="1"/>
            <p:nvPr/>
          </p:nvSpPr>
          <p:spPr>
            <a:xfrm>
              <a:off x="838200" y="1600200"/>
              <a:ext cx="762000" cy="338554"/>
            </a:xfrm>
            <a:prstGeom prst="rect">
              <a:avLst/>
            </a:prstGeom>
            <a:noFill/>
            <a:ln w="9525">
              <a:noFill/>
            </a:ln>
          </p:spPr>
          <p:txBody>
            <a:bodyPr>
              <a:spAutoFit/>
            </a:bodyPr>
            <a:lstStyle/>
            <a:p>
              <a:r>
                <a:rPr sz="1600" dirty="0">
                  <a:latin typeface="Times New Roman" panose="02020603050405020304" pitchFamily="18" charset="0"/>
                </a:rPr>
                <a:t>Text</a:t>
              </a:r>
            </a:p>
          </p:txBody>
        </p:sp>
      </p:grpSp>
    </p:spTree>
    <p:extLst>
      <p:ext uri="{BB962C8B-B14F-4D97-AF65-F5344CB8AC3E}">
        <p14:creationId xmlns:p14="http://schemas.microsoft.com/office/powerpoint/2010/main" val="314607611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685800" y="609600"/>
            <a:ext cx="7772400" cy="1143000"/>
          </a:xfrm>
          <a:prstGeom prst="rect">
            <a:avLst/>
          </a:prstGeom>
        </p:spPr>
        <p:txBody>
          <a:bodyPr/>
          <a:lstStyle/>
          <a:p>
            <a:pPr marR="0" algn="ctr" defTabSz="914400">
              <a:buClrTx/>
              <a:buSzTx/>
              <a:buFontTx/>
              <a:buNone/>
              <a:defRPr/>
            </a:pPr>
            <a:r>
              <a:rPr kumimoji="0" lang="en-US" sz="4400" b="1" kern="0" cap="none" spc="0" normalizeH="0" baseline="0" noProof="0">
                <a:solidFill>
                  <a:schemeClr val="tx2"/>
                </a:solidFill>
                <a:effectLst>
                  <a:outerShdw blurRad="38100" dist="38100" dir="2700000" algn="tl">
                    <a:srgbClr val="C0C0C0"/>
                  </a:outerShdw>
                </a:effectLst>
                <a:latin typeface="+mj-lt"/>
                <a:ea typeface="+mj-ea"/>
                <a:cs typeface="+mj-cs"/>
              </a:rPr>
              <a:t>S/MIME</a:t>
            </a:r>
            <a:endParaRPr kumimoji="0" lang="en-US" sz="4400" b="1" kern="0" cap="none" spc="0" normalizeH="0" baseline="0" noProof="0" dirty="0">
              <a:solidFill>
                <a:schemeClr val="tx2"/>
              </a:solidFill>
              <a:effectLst>
                <a:outerShdw blurRad="38100" dist="38100" dir="2700000" algn="tl">
                  <a:srgbClr val="C0C0C0"/>
                </a:outerShdw>
              </a:effectLst>
              <a:latin typeface="+mj-lt"/>
              <a:ea typeface="+mj-ea"/>
              <a:cs typeface="+mj-cs"/>
            </a:endParaRPr>
          </a:p>
        </p:txBody>
      </p:sp>
      <p:sp>
        <p:nvSpPr>
          <p:cNvPr id="40963" name="Text Box 11"/>
          <p:cNvSpPr txBox="1"/>
          <p:nvPr/>
        </p:nvSpPr>
        <p:spPr>
          <a:xfrm>
            <a:off x="1981200" y="1295400"/>
            <a:ext cx="3687763" cy="461963"/>
          </a:xfrm>
          <a:prstGeom prst="rect">
            <a:avLst/>
          </a:prstGeom>
          <a:noFill/>
          <a:ln w="9525">
            <a:noFill/>
          </a:ln>
        </p:spPr>
        <p:txBody>
          <a:bodyPr wrap="none">
            <a:spAutoFit/>
          </a:bodyPr>
          <a:lstStyle/>
          <a:p>
            <a:r>
              <a:rPr dirty="0">
                <a:solidFill>
                  <a:schemeClr val="folHlink"/>
                </a:solidFill>
                <a:latin typeface="Times New Roman" panose="02020603050405020304" pitchFamily="18" charset="0"/>
              </a:rPr>
              <a:t>Figure  </a:t>
            </a:r>
            <a:r>
              <a:rPr sz="2000" i="1" dirty="0">
                <a:latin typeface="Times New Roman" panose="02020603050405020304" pitchFamily="18" charset="0"/>
              </a:rPr>
              <a:t>Signed-data content type</a:t>
            </a:r>
          </a:p>
        </p:txBody>
      </p:sp>
      <p:pic>
        <p:nvPicPr>
          <p:cNvPr id="40964" name="Picture 12"/>
          <p:cNvPicPr>
            <a:picLocks noChangeAspect="1"/>
          </p:cNvPicPr>
          <p:nvPr/>
        </p:nvPicPr>
        <p:blipFill>
          <a:blip r:embed="rId2"/>
          <a:stretch>
            <a:fillRect/>
          </a:stretch>
        </p:blipFill>
        <p:spPr>
          <a:xfrm>
            <a:off x="785813" y="1797050"/>
            <a:ext cx="7596187" cy="4908550"/>
          </a:xfrm>
          <a:prstGeom prst="rect">
            <a:avLst/>
          </a:prstGeom>
          <a:noFill/>
          <a:ln w="9525">
            <a:noFill/>
          </a:ln>
        </p:spPr>
      </p:pic>
    </p:spTree>
    <p:extLst>
      <p:ext uri="{BB962C8B-B14F-4D97-AF65-F5344CB8AC3E}">
        <p14:creationId xmlns:p14="http://schemas.microsoft.com/office/powerpoint/2010/main" val="328053196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ext Box 11"/>
          <p:cNvSpPr txBox="1"/>
          <p:nvPr/>
        </p:nvSpPr>
        <p:spPr>
          <a:xfrm>
            <a:off x="2514600" y="533400"/>
            <a:ext cx="3268663" cy="461963"/>
          </a:xfrm>
          <a:prstGeom prst="rect">
            <a:avLst/>
          </a:prstGeom>
          <a:noFill/>
          <a:ln w="9525">
            <a:noFill/>
          </a:ln>
        </p:spPr>
        <p:txBody>
          <a:bodyPr wrap="none">
            <a:spAutoFit/>
          </a:bodyPr>
          <a:lstStyle/>
          <a:p>
            <a:r>
              <a:rPr dirty="0">
                <a:solidFill>
                  <a:schemeClr val="folHlink"/>
                </a:solidFill>
                <a:latin typeface="Times New Roman" panose="02020603050405020304" pitchFamily="18" charset="0"/>
              </a:rPr>
              <a:t> </a:t>
            </a:r>
            <a:r>
              <a:rPr sz="2000" i="1" dirty="0">
                <a:latin typeface="Times New Roman" panose="02020603050405020304" pitchFamily="18" charset="0"/>
              </a:rPr>
              <a:t>Enveloped-data content type</a:t>
            </a:r>
          </a:p>
        </p:txBody>
      </p:sp>
      <p:pic>
        <p:nvPicPr>
          <p:cNvPr id="41987" name="Picture 12"/>
          <p:cNvPicPr>
            <a:picLocks noChangeAspect="1"/>
          </p:cNvPicPr>
          <p:nvPr/>
        </p:nvPicPr>
        <p:blipFill>
          <a:blip r:embed="rId2"/>
          <a:stretch>
            <a:fillRect/>
          </a:stretch>
        </p:blipFill>
        <p:spPr>
          <a:xfrm>
            <a:off x="576263" y="1201738"/>
            <a:ext cx="8034337" cy="5530850"/>
          </a:xfrm>
          <a:prstGeom prst="rect">
            <a:avLst/>
          </a:prstGeom>
          <a:noFill/>
          <a:ln w="9525">
            <a:noFill/>
          </a:ln>
        </p:spPr>
      </p:pic>
    </p:spTree>
    <p:extLst>
      <p:ext uri="{BB962C8B-B14F-4D97-AF65-F5344CB8AC3E}">
        <p14:creationId xmlns:p14="http://schemas.microsoft.com/office/powerpoint/2010/main" val="257322852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ext Box 11"/>
          <p:cNvSpPr txBox="1"/>
          <p:nvPr/>
        </p:nvSpPr>
        <p:spPr>
          <a:xfrm>
            <a:off x="2286000" y="914400"/>
            <a:ext cx="3657600" cy="461963"/>
          </a:xfrm>
          <a:prstGeom prst="rect">
            <a:avLst/>
          </a:prstGeom>
          <a:noFill/>
          <a:ln w="9525">
            <a:noFill/>
          </a:ln>
        </p:spPr>
        <p:txBody>
          <a:bodyPr wrap="none">
            <a:spAutoFit/>
          </a:bodyPr>
          <a:lstStyle/>
          <a:p>
            <a:r>
              <a:rPr dirty="0">
                <a:solidFill>
                  <a:schemeClr val="folHlink"/>
                </a:solidFill>
                <a:latin typeface="Times New Roman" panose="02020603050405020304" pitchFamily="18" charset="0"/>
              </a:rPr>
              <a:t>Figure </a:t>
            </a:r>
            <a:r>
              <a:rPr sz="2000" i="1" dirty="0">
                <a:latin typeface="Times New Roman" panose="02020603050405020304" pitchFamily="18" charset="0"/>
              </a:rPr>
              <a:t>Digest-data content type</a:t>
            </a:r>
          </a:p>
        </p:txBody>
      </p:sp>
      <p:pic>
        <p:nvPicPr>
          <p:cNvPr id="43011" name="Picture 12"/>
          <p:cNvPicPr>
            <a:picLocks noChangeAspect="1"/>
          </p:cNvPicPr>
          <p:nvPr/>
        </p:nvPicPr>
        <p:blipFill>
          <a:blip r:embed="rId2"/>
          <a:stretch>
            <a:fillRect/>
          </a:stretch>
        </p:blipFill>
        <p:spPr>
          <a:xfrm>
            <a:off x="88900" y="2705100"/>
            <a:ext cx="8902700" cy="3695700"/>
          </a:xfrm>
          <a:prstGeom prst="rect">
            <a:avLst/>
          </a:prstGeom>
          <a:noFill/>
          <a:ln w="9525">
            <a:noFill/>
          </a:ln>
        </p:spPr>
      </p:pic>
    </p:spTree>
    <p:extLst>
      <p:ext uri="{BB962C8B-B14F-4D97-AF65-F5344CB8AC3E}">
        <p14:creationId xmlns:p14="http://schemas.microsoft.com/office/powerpoint/2010/main" val="60718972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ext Box 11"/>
          <p:cNvSpPr txBox="1"/>
          <p:nvPr/>
        </p:nvSpPr>
        <p:spPr>
          <a:xfrm>
            <a:off x="2133600" y="533400"/>
            <a:ext cx="4411663" cy="461963"/>
          </a:xfrm>
          <a:prstGeom prst="rect">
            <a:avLst/>
          </a:prstGeom>
          <a:noFill/>
          <a:ln w="9525">
            <a:noFill/>
          </a:ln>
        </p:spPr>
        <p:txBody>
          <a:bodyPr wrap="none">
            <a:spAutoFit/>
          </a:bodyPr>
          <a:lstStyle/>
          <a:p>
            <a:r>
              <a:rPr dirty="0">
                <a:solidFill>
                  <a:schemeClr val="folHlink"/>
                </a:solidFill>
                <a:latin typeface="Times New Roman" panose="02020603050405020304" pitchFamily="18" charset="0"/>
              </a:rPr>
              <a:t>Figure </a:t>
            </a:r>
            <a:r>
              <a:rPr sz="2000" i="1" dirty="0">
                <a:latin typeface="Times New Roman" panose="02020603050405020304" pitchFamily="18" charset="0"/>
              </a:rPr>
              <a:t>Authenticated-data content type</a:t>
            </a:r>
          </a:p>
        </p:txBody>
      </p:sp>
      <p:pic>
        <p:nvPicPr>
          <p:cNvPr id="44035" name="Picture 12"/>
          <p:cNvPicPr>
            <a:picLocks noChangeAspect="1"/>
          </p:cNvPicPr>
          <p:nvPr/>
        </p:nvPicPr>
        <p:blipFill>
          <a:blip r:embed="rId2"/>
          <a:stretch>
            <a:fillRect/>
          </a:stretch>
        </p:blipFill>
        <p:spPr>
          <a:xfrm>
            <a:off x="1219200" y="1219200"/>
            <a:ext cx="6791325" cy="5445125"/>
          </a:xfrm>
          <a:prstGeom prst="rect">
            <a:avLst/>
          </a:prstGeom>
          <a:noFill/>
          <a:ln w="9525">
            <a:noFill/>
          </a:ln>
        </p:spPr>
      </p:pic>
    </p:spTree>
    <p:extLst>
      <p:ext uri="{BB962C8B-B14F-4D97-AF65-F5344CB8AC3E}">
        <p14:creationId xmlns:p14="http://schemas.microsoft.com/office/powerpoint/2010/main" val="9392925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58" name="Picture 11"/>
          <p:cNvPicPr>
            <a:picLocks noChangeAspect="1"/>
          </p:cNvPicPr>
          <p:nvPr/>
        </p:nvPicPr>
        <p:blipFill>
          <a:blip r:embed="rId2"/>
          <a:stretch>
            <a:fillRect/>
          </a:stretch>
        </p:blipFill>
        <p:spPr>
          <a:xfrm>
            <a:off x="454025" y="2857500"/>
            <a:ext cx="7851775" cy="3619500"/>
          </a:xfrm>
          <a:prstGeom prst="rect">
            <a:avLst/>
          </a:prstGeom>
          <a:noFill/>
          <a:ln w="9525">
            <a:noFill/>
          </a:ln>
        </p:spPr>
      </p:pic>
    </p:spTree>
    <p:extLst>
      <p:ext uri="{BB962C8B-B14F-4D97-AF65-F5344CB8AC3E}">
        <p14:creationId xmlns:p14="http://schemas.microsoft.com/office/powerpoint/2010/main" val="405979118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44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S/MIME Functions</a:t>
            </a:r>
          </a:p>
        </p:txBody>
      </p:sp>
      <p:sp>
        <p:nvSpPr>
          <p:cNvPr id="46083" name="Rectangle 3"/>
          <p:cNvSpPr>
            <a:spLocks noGrp="1"/>
          </p:cNvSpPr>
          <p:nvPr>
            <p:ph idx="1"/>
          </p:nvPr>
        </p:nvSpPr>
        <p:spPr>
          <a:ln/>
        </p:spPr>
        <p:txBody>
          <a:bodyPr vert="horz" wrap="square" lIns="91440" tIns="45720" rIns="91440" bIns="45720" anchor="t" anchorCtr="0"/>
          <a:lstStyle/>
          <a:p>
            <a:pPr eaLnBrk="1" hangingPunct="1">
              <a:spcAft>
                <a:spcPct val="20000"/>
              </a:spcAft>
            </a:pPr>
            <a:r>
              <a:rPr sz="2800" b="1" dirty="0"/>
              <a:t>Enveloped Data:</a:t>
            </a:r>
            <a:r>
              <a:rPr sz="2800" dirty="0"/>
              <a:t> Encrypted content and encrypted session keys for recipients.</a:t>
            </a:r>
          </a:p>
          <a:p>
            <a:pPr eaLnBrk="1" hangingPunct="1">
              <a:spcAft>
                <a:spcPct val="20000"/>
              </a:spcAft>
            </a:pPr>
            <a:r>
              <a:rPr sz="2800" b="1" dirty="0"/>
              <a:t>Signed Data:</a:t>
            </a:r>
            <a:r>
              <a:rPr sz="2800" dirty="0"/>
              <a:t> Message Digest encrypted with private key of “signer.”</a:t>
            </a:r>
          </a:p>
          <a:p>
            <a:pPr eaLnBrk="1" hangingPunct="1">
              <a:spcAft>
                <a:spcPct val="20000"/>
              </a:spcAft>
            </a:pPr>
            <a:r>
              <a:rPr sz="2800" b="1" dirty="0"/>
              <a:t>Clear-Signed Data:</a:t>
            </a:r>
            <a:r>
              <a:rPr sz="2800" dirty="0"/>
              <a:t> Signed but not encrypted.</a:t>
            </a:r>
          </a:p>
          <a:p>
            <a:pPr eaLnBrk="1" hangingPunct="1">
              <a:spcAft>
                <a:spcPct val="20000"/>
              </a:spcAft>
            </a:pPr>
            <a:r>
              <a:rPr sz="2800" b="1" dirty="0"/>
              <a:t>Signed and Enveloped Data:</a:t>
            </a:r>
            <a:r>
              <a:rPr sz="2800" dirty="0"/>
              <a:t> Various orderings for encrypting and signing.</a:t>
            </a:r>
          </a:p>
          <a:p>
            <a:pPr eaLnBrk="1" hangingPunct="1"/>
            <a:endParaRPr dirty="0"/>
          </a:p>
        </p:txBody>
      </p:sp>
    </p:spTree>
    <p:extLst>
      <p:ext uri="{BB962C8B-B14F-4D97-AF65-F5344CB8AC3E}">
        <p14:creationId xmlns:p14="http://schemas.microsoft.com/office/powerpoint/2010/main" val="137114401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44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User Agent Role</a:t>
            </a:r>
          </a:p>
        </p:txBody>
      </p:sp>
      <p:sp>
        <p:nvSpPr>
          <p:cNvPr id="47107" name="Rectangle 3"/>
          <p:cNvSpPr>
            <a:spLocks noGrp="1"/>
          </p:cNvSpPr>
          <p:nvPr>
            <p:ph idx="1"/>
          </p:nvPr>
        </p:nvSpPr>
        <p:spPr>
          <a:ln/>
        </p:spPr>
        <p:txBody>
          <a:bodyPr vert="horz" wrap="square" lIns="91440" tIns="45720" rIns="91440" bIns="45720" anchor="t" anchorCtr="0"/>
          <a:lstStyle/>
          <a:p>
            <a:pPr eaLnBrk="1" hangingPunct="1"/>
            <a:r>
              <a:rPr sz="2400" dirty="0"/>
              <a:t>S/MIME uses Public-Key Certificates - X.509 version 3 signed by Certification Authority</a:t>
            </a:r>
          </a:p>
          <a:p>
            <a:pPr eaLnBrk="1" hangingPunct="1">
              <a:spcAft>
                <a:spcPct val="20000"/>
              </a:spcAft>
            </a:pPr>
            <a:r>
              <a:rPr sz="2400" dirty="0"/>
              <a:t>Functions:</a:t>
            </a:r>
          </a:p>
          <a:p>
            <a:pPr lvl="1" eaLnBrk="1" hangingPunct="1">
              <a:spcAft>
                <a:spcPct val="20000"/>
              </a:spcAft>
            </a:pPr>
            <a:r>
              <a:rPr sz="2000" b="1" dirty="0"/>
              <a:t>Key Generation</a:t>
            </a:r>
            <a:r>
              <a:rPr sz="2000" dirty="0"/>
              <a:t> - Diffie-Hellman, DSS, and RSA key-pairs.</a:t>
            </a:r>
          </a:p>
          <a:p>
            <a:pPr lvl="1" eaLnBrk="1" hangingPunct="1">
              <a:spcAft>
                <a:spcPct val="20000"/>
              </a:spcAft>
            </a:pPr>
            <a:r>
              <a:rPr sz="2000" b="1" dirty="0"/>
              <a:t>Registration </a:t>
            </a:r>
            <a:r>
              <a:rPr sz="2000" dirty="0"/>
              <a:t>-  Public keys must be registered with X.509 CA.</a:t>
            </a:r>
          </a:p>
          <a:p>
            <a:pPr lvl="1" eaLnBrk="1" hangingPunct="1">
              <a:spcAft>
                <a:spcPct val="20000"/>
              </a:spcAft>
            </a:pPr>
            <a:r>
              <a:rPr sz="2000" b="1" dirty="0"/>
              <a:t>Certificate Storage</a:t>
            </a:r>
            <a:r>
              <a:rPr sz="2000" dirty="0"/>
              <a:t> - Local (as in browser application) for different services.</a:t>
            </a:r>
          </a:p>
          <a:p>
            <a:pPr eaLnBrk="1" hangingPunct="1"/>
            <a:endParaRPr sz="2400" dirty="0"/>
          </a:p>
        </p:txBody>
      </p:sp>
    </p:spTree>
    <p:extLst>
      <p:ext uri="{BB962C8B-B14F-4D97-AF65-F5344CB8AC3E}">
        <p14:creationId xmlns:p14="http://schemas.microsoft.com/office/powerpoint/2010/main" val="39121100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586</TotalTime>
  <Words>3460</Words>
  <Application>Microsoft Office PowerPoint</Application>
  <PresentationFormat>On-screen Show (4:3)</PresentationFormat>
  <Paragraphs>534</Paragraphs>
  <Slides>77</Slides>
  <Notes>27</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2</vt:i4>
      </vt:variant>
      <vt:variant>
        <vt:lpstr>Slide Titles</vt:lpstr>
      </vt:variant>
      <vt:variant>
        <vt:i4>77</vt:i4>
      </vt:variant>
    </vt:vector>
  </HeadingPairs>
  <TitlesOfParts>
    <vt:vector size="90" baseType="lpstr">
      <vt:lpstr>MS PGothic</vt:lpstr>
      <vt:lpstr>Arial</vt:lpstr>
      <vt:lpstr>Calibri</vt:lpstr>
      <vt:lpstr>Comic Sans MS</vt:lpstr>
      <vt:lpstr>Helvetica</vt:lpstr>
      <vt:lpstr>Times</vt:lpstr>
      <vt:lpstr>Times New Roman</vt:lpstr>
      <vt:lpstr>Times-Roman</vt:lpstr>
      <vt:lpstr>Wingdings</vt:lpstr>
      <vt:lpstr>Wingdings 3</vt:lpstr>
      <vt:lpstr>Office Theme</vt:lpstr>
      <vt:lpstr>Microsoft Equation 3.0</vt:lpstr>
      <vt:lpstr>Paintbrush Picture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Key Management</vt:lpstr>
      <vt:lpstr>Distribution of Public Keys</vt:lpstr>
      <vt:lpstr>PowerPoint Presentation</vt:lpstr>
      <vt:lpstr>Public-Key Distribution of Secret Keys Digital Envelope</vt:lpstr>
      <vt:lpstr>PowerPoint Presentation</vt:lpstr>
      <vt:lpstr>PowerPoint Presentation</vt:lpstr>
      <vt:lpstr>PowerPoint Presentation</vt:lpstr>
      <vt:lpstr>PowerPoint Presentation</vt:lpstr>
      <vt:lpstr>If received code matches the calculated code, then: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HMAC Design Objectives</vt:lpstr>
      <vt:lpstr>PowerPoint Presentation</vt:lpstr>
      <vt:lpstr>PowerPoint Presentation</vt:lpstr>
      <vt:lpstr>PowerPoint Presentation</vt:lpstr>
      <vt:lpstr>PowerPoint Presentation</vt:lpstr>
      <vt:lpstr>PowerPoint Presentation</vt:lpstr>
      <vt:lpstr>Kerberos Requirements</vt:lpstr>
      <vt:lpstr>PowerPoint Presentation</vt:lpstr>
      <vt:lpstr>PowerPoint Presentation</vt:lpstr>
      <vt:lpstr>PowerPoint Presentation</vt:lpstr>
      <vt:lpstr>Overcoming Problems in Kerberos v4:</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Differences Between V4 and V5 …</vt:lpstr>
      <vt:lpstr>PowerPoint Presentation</vt:lpstr>
      <vt:lpstr>Pretty Good Privacy</vt:lpstr>
      <vt:lpstr>Why Is PGP Popular?</vt:lpstr>
      <vt:lpstr>Operational Description</vt:lpstr>
      <vt:lpstr>PowerPoint Presentation</vt:lpstr>
      <vt:lpstr>PowerPoint Presentation</vt:lpstr>
      <vt:lpstr>Compression</vt:lpstr>
      <vt:lpstr>PowerPoint Presentation</vt:lpstr>
      <vt:lpstr>LZ77- Ziv and Lempel in 1977</vt:lpstr>
      <vt:lpstr>PowerPoint Presentation</vt:lpstr>
      <vt:lpstr>E-mail Compatibility</vt:lpstr>
      <vt:lpstr>PowerPoint Presentation</vt:lpstr>
      <vt:lpstr>PowerPoint Presentation</vt:lpstr>
      <vt:lpstr>PowerPoint Presentation</vt:lpstr>
      <vt:lpstr>PowerPoint Presentation</vt:lpstr>
      <vt:lpstr>Segmentation and Reassembly</vt:lpstr>
      <vt:lpstr>PowerPoint Presentation</vt:lpstr>
      <vt:lpstr>S/MIME</vt:lpstr>
      <vt:lpstr>Simple Mail Transfer Protocol (SMTP, RFC 822)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S/MIME Functions</vt:lpstr>
      <vt:lpstr>User Agent Role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dc:title>
  <dc:creator>Henric Johnson</dc:creator>
  <cp:lastModifiedBy>Admin</cp:lastModifiedBy>
  <cp:revision>110</cp:revision>
  <dcterms:created xsi:type="dcterms:W3CDTF">2001-06-12T12:49:13Z</dcterms:created>
  <dcterms:modified xsi:type="dcterms:W3CDTF">2026-08-11T10:54:21Z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F94E57AB36C34AD8BBF28302647E7A6E_13</vt:lpwstr>
  </property>
  <property fmtid="{D5CDD505-2E9C-101B-9397-08002B2CF9AE}" pid="3" name="KSOProductBuildVer">
    <vt:lpwstr>1033-12.1.0.28032</vt:lpwstr>
  </property>
</Properties>
</file>